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7104050" cy="102346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38863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666418726_0_469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666418726_0_469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4666418726_0_469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79852c05f_0_164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79852c05f_0_164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479852c05f_0_164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79852c05f_0_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79852c05f_0_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479852c05f_0_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7991453d4_2_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7991453d4_2_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47991453d4_2_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79852c05f_0_7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79852c05f_0_7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479852c05f_0_7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79852c05f_0_36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79852c05f_0_36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479852c05f_0_36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79852c05f_0_3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79852c05f_0_3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479852c05f_0_3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79852c05f_0_23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79852c05f_0_23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479852c05f_0_23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79852c05f_0_43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79852c05f_0_43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479852c05f_0_43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79852c05f_0_49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79852c05f_0_49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479852c05f_0_49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79852c05f_0_76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479852c05f_0_76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479852c05f_0_76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79852c05f_0_82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479852c05f_0_82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479852c05f_0_82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79852c05f_0_88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79852c05f_0_88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479852c05f_0_88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79852c05f_0_94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479852c05f_0_94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479852c05f_0_94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79852c05f_0_55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79852c05f_0_55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479852c05f_0_55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79852c05f_0_61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479852c05f_0_61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479852c05f_0_61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79852c05f_0_141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479852c05f_0_141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479852c05f_0_141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2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5" name="Google Shape;15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" name="Google Shape;20;p2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5" name="Google Shape;25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4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4" name="Google Shape;34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8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6" name="Google Shape;56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8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9"/>
          <p:cNvSpPr txBox="1"/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5" name="Google Shape;75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1_タイトル スライド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0" y="111971"/>
            <a:ext cx="11707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20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10940239" y="117484"/>
            <a:ext cx="125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13"/>
          <p:cNvCxnSpPr/>
          <p:nvPr/>
        </p:nvCxnSpPr>
        <p:spPr>
          <a:xfrm>
            <a:off x="0" y="646424"/>
            <a:ext cx="12204000" cy="0"/>
          </a:xfrm>
          <a:prstGeom prst="straightConnector1">
            <a:avLst/>
          </a:prstGeom>
          <a:noFill/>
          <a:ln cap="flat" cmpd="sng" w="63500">
            <a:solidFill>
              <a:srgbClr val="C4E0B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 1">
  <p:cSld name="TITLE_ONLY 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653373" y="2208743"/>
            <a:ext cx="101670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3299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10940239" y="117484"/>
            <a:ext cx="125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14"/>
          <p:cNvCxnSpPr/>
          <p:nvPr/>
        </p:nvCxnSpPr>
        <p:spPr>
          <a:xfrm>
            <a:off x="0" y="646424"/>
            <a:ext cx="12204000" cy="0"/>
          </a:xfrm>
          <a:prstGeom prst="straightConnector1">
            <a:avLst/>
          </a:prstGeom>
          <a:noFill/>
          <a:ln cap="flat" cmpd="sng" w="63500">
            <a:solidFill>
              <a:srgbClr val="C4E0B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ode.visualstudio.com/download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hyperlink" Target="http://10.199.2.174:8080" TargetMode="External"/><Relationship Id="rId7" Type="http://schemas.openxmlformats.org/officeDocument/2006/relationships/hyperlink" Target="http://10.199.2.174:808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hyperlink" Target="https://git-scm.com/downloads/win" TargetMode="External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10.199.2.174:808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CLIコマンドのインストール</a:t>
            </a:r>
            <a:endParaRPr/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US" sz="1829"/>
              <a:t>戦略的テクニカルチーム</a:t>
            </a:r>
            <a:endParaRPr sz="18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US" sz="1829"/>
              <a:t>レベル:2　開示範囲：GitHub利用者</a:t>
            </a:r>
            <a:endParaRPr sz="18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829"/>
          </a:p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事前準備</a:t>
            </a:r>
            <a:endParaRPr/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VS Code</a:t>
            </a:r>
            <a:r>
              <a:rPr lang="en-US"/>
              <a:t>のインストール</a:t>
            </a:r>
            <a:endParaRPr/>
          </a:p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364080" y="1293900"/>
            <a:ext cx="7839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先に</a:t>
            </a: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VS Codeをインストールす</a:t>
            </a: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る　</a:t>
            </a:r>
            <a:r>
              <a:rPr lang="en-US" u="sng">
                <a:solidFill>
                  <a:schemeClr val="hlink"/>
                </a:solidFill>
                <a:hlinkClick r:id="rId3"/>
              </a:rPr>
              <a:t>Download Visual Studio Code - Mac, Linux, Windows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291" y="1848216"/>
            <a:ext cx="5753903" cy="4458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7355" y="1985159"/>
            <a:ext cx="5677693" cy="442974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4032824" y="6002984"/>
            <a:ext cx="966000" cy="1791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91784" y="5375320"/>
            <a:ext cx="769200" cy="2082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10057704" y="6105687"/>
            <a:ext cx="966000" cy="1791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VS Codeのインストール</a:t>
            </a:r>
            <a:endParaRPr/>
          </a:p>
        </p:txBody>
      </p: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045" y="1471883"/>
            <a:ext cx="5658640" cy="438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4194593" y="5519394"/>
            <a:ext cx="966000" cy="270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0639" y="1471882"/>
            <a:ext cx="5488042" cy="404751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6776024" y="2288514"/>
            <a:ext cx="2296800" cy="504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システム環境変数の編集</a:t>
            </a:r>
            <a:endParaRPr/>
          </a:p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23" y="1957446"/>
            <a:ext cx="5000625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996767"/>
            <a:ext cx="5500867" cy="286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1984" y="3513762"/>
            <a:ext cx="2379064" cy="152293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6096000" y="4861232"/>
            <a:ext cx="6118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変数名　変数値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HTTP_PROXY=</a:t>
            </a: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http://10.199.2.174:8080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HTTPS_PROXY=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http://10.199.2.174:8080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↑なぜかHTTPSもいれないと動かない（でも会社のプロキシはHttpsを許容しない、、、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364066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システム環境変数の編集を開いてください。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環境変数(N)をクリックしてください。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1111845" y="3371187"/>
            <a:ext cx="19590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3811713" y="4155630"/>
            <a:ext cx="1315200" cy="330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6095999" y="1293910"/>
            <a:ext cx="54135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変数に以下が記されているか確認してください。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もしない場合は変更してください。（再起動挟まないと動かないかも）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6283000" y="2949678"/>
            <a:ext cx="29313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システム環境変数の編集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US"/>
              <a:t>環境変数設定後、再起動をしてください。</a:t>
            </a:r>
            <a:endParaRPr/>
          </a:p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Gitコマンドのインストール</a:t>
            </a:r>
            <a:endParaRPr/>
          </a:p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Gitコマンドのインストール</a:t>
            </a:r>
            <a:endParaRPr/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" name="Google Shape;171;p22"/>
          <p:cNvPicPr preferRelativeResize="0"/>
          <p:nvPr/>
        </p:nvPicPr>
        <p:blipFill rotWithShape="1">
          <a:blip r:embed="rId3">
            <a:alphaModFix/>
          </a:blip>
          <a:srcRect b="20166" l="0" r="32405" t="0"/>
          <a:stretch/>
        </p:blipFill>
        <p:spPr>
          <a:xfrm>
            <a:off x="364066" y="2003251"/>
            <a:ext cx="5381952" cy="303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364066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sng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https://git-scm.com/downloads/win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にアクセスしてください。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6096000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ダウンロードしたexeをクリックしてください。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691763" y="2989781"/>
            <a:ext cx="19590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5286" y="2727843"/>
            <a:ext cx="3939228" cy="70115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/>
          <p:nvPr/>
        </p:nvSpPr>
        <p:spPr>
          <a:xfrm>
            <a:off x="6535286" y="2716078"/>
            <a:ext cx="3939300" cy="7536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Gitコマンドのインストール</a:t>
            </a:r>
            <a:endParaRPr/>
          </a:p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4" name="Google Shape;1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091" y="1946130"/>
            <a:ext cx="4686954" cy="372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9215" y="2146092"/>
            <a:ext cx="4801270" cy="377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セットアップを行う。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3454168" y="5249425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9266393" y="5497025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Gitコマンドのインストール</a:t>
            </a:r>
            <a:endParaRPr/>
          </a:p>
        </p:txBody>
      </p:sp>
      <p:sp>
        <p:nvSpPr>
          <p:cNvPr id="195" name="Google Shape;195;p2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444" y="1835284"/>
            <a:ext cx="4791744" cy="3734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2632" y="1952441"/>
            <a:ext cx="4839374" cy="374384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/>
          <p:nvPr/>
        </p:nvSpPr>
        <p:spPr>
          <a:xfrm>
            <a:off x="3589168" y="5104025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864950" y="2982100"/>
            <a:ext cx="4274400" cy="19572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9069068" y="5274800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Gitコマンドのインストール</a:t>
            </a:r>
            <a:endParaRPr/>
          </a:p>
        </p:txBody>
      </p:sp>
      <p:sp>
        <p:nvSpPr>
          <p:cNvPr id="207" name="Google Shape;207;p2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916" y="2066236"/>
            <a:ext cx="4772691" cy="374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850" y="2111322"/>
            <a:ext cx="4772691" cy="373432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/>
          <p:nvPr/>
        </p:nvSpPr>
        <p:spPr>
          <a:xfrm>
            <a:off x="3547643" y="5388575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792261" y="3453600"/>
            <a:ext cx="242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9266393" y="5424150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6749843" y="4496500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Gitコマンドのインストール</a:t>
            </a:r>
            <a:endParaRPr/>
          </a:p>
        </p:txBody>
      </p:sp>
      <p:sp>
        <p:nvSpPr>
          <p:cNvPr id="220" name="Google Shape;220;p2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497" y="1923862"/>
            <a:ext cx="4772691" cy="3801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923862"/>
            <a:ext cx="4715533" cy="370574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/>
          <p:nvPr/>
        </p:nvSpPr>
        <p:spPr>
          <a:xfrm>
            <a:off x="698798" y="3502925"/>
            <a:ext cx="4087500" cy="10002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3623943" y="5208100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9124643" y="5251225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6400410" y="2828150"/>
            <a:ext cx="2322000" cy="6747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Gitコマンドのインストール</a:t>
            </a:r>
            <a:endParaRPr/>
          </a:p>
        </p:txBody>
      </p:sp>
      <p:sp>
        <p:nvSpPr>
          <p:cNvPr id="233" name="Google Shape;233;p2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4" name="Google Shape;23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231" y="1924175"/>
            <a:ext cx="4763165" cy="376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1321" y="1935235"/>
            <a:ext cx="4696479" cy="367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7"/>
          <p:cNvSpPr/>
          <p:nvPr/>
        </p:nvSpPr>
        <p:spPr>
          <a:xfrm>
            <a:off x="3720793" y="5265575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871945" y="2845300"/>
            <a:ext cx="3623700" cy="650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9228493" y="5190900"/>
            <a:ext cx="8961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6500901" y="2845300"/>
            <a:ext cx="4028400" cy="810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Gitコマンドのインストール</a:t>
            </a:r>
            <a:endParaRPr/>
          </a:p>
        </p:txBody>
      </p:sp>
      <p:sp>
        <p:nvSpPr>
          <p:cNvPr id="246" name="Google Shape;246;p2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7" name="Google Shape;2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076" y="1993572"/>
            <a:ext cx="4744112" cy="372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60" y="1857302"/>
            <a:ext cx="4801270" cy="373432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8"/>
          <p:cNvSpPr/>
          <p:nvPr/>
        </p:nvSpPr>
        <p:spPr>
          <a:xfrm>
            <a:off x="871950" y="2845300"/>
            <a:ext cx="3623700" cy="1003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3662146" y="5272025"/>
            <a:ext cx="895800" cy="446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9266671" y="5145225"/>
            <a:ext cx="895800" cy="446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6466100" y="2644625"/>
            <a:ext cx="4156800" cy="1003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Gitコマンドのインストール</a:t>
            </a:r>
            <a:endParaRPr/>
          </a:p>
        </p:txBody>
      </p:sp>
      <p:sp>
        <p:nvSpPr>
          <p:cNvPr id="259" name="Google Shape;259;p2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0" name="Google Shape;2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758" y="2209626"/>
            <a:ext cx="4744112" cy="3715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2049980"/>
            <a:ext cx="4763165" cy="373432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/>
          <p:nvPr/>
        </p:nvSpPr>
        <p:spPr>
          <a:xfrm>
            <a:off x="871950" y="3111400"/>
            <a:ext cx="3623700" cy="737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3814546" y="5424425"/>
            <a:ext cx="895800" cy="446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9159446" y="5337900"/>
            <a:ext cx="895800" cy="446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6175325" y="2910725"/>
            <a:ext cx="4042500" cy="1727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Gitコマンドのインストール</a:t>
            </a:r>
            <a:endParaRPr/>
          </a:p>
        </p:txBody>
      </p:sp>
      <p:sp>
        <p:nvSpPr>
          <p:cNvPr id="272" name="Google Shape;272;p3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3" name="Google Shape;2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738" y="1957180"/>
            <a:ext cx="47434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932524"/>
            <a:ext cx="4801270" cy="37724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/>
          <p:nvPr/>
        </p:nvSpPr>
        <p:spPr>
          <a:xfrm>
            <a:off x="9166221" y="5258550"/>
            <a:ext cx="895800" cy="446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Gitコマンドのインストール</a:t>
            </a:r>
            <a:endParaRPr/>
          </a:p>
        </p:txBody>
      </p:sp>
      <p:sp>
        <p:nvSpPr>
          <p:cNvPr id="282" name="Google Shape;282;p3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31"/>
          <p:cNvSpPr txBox="1"/>
          <p:nvPr/>
        </p:nvSpPr>
        <p:spPr>
          <a:xfrm>
            <a:off x="364074" y="1294725"/>
            <a:ext cx="509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以下のコマンドを実行してください。（プロキシ回避）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 config --global http.proxy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http://10.199.2.174:8080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84" name="Google Shape;28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075" y="2271474"/>
            <a:ext cx="5055800" cy="18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1"/>
          <p:cNvPicPr preferRelativeResize="0"/>
          <p:nvPr/>
        </p:nvPicPr>
        <p:blipFill rotWithShape="1">
          <a:blip r:embed="rId5">
            <a:alphaModFix/>
          </a:blip>
          <a:srcRect b="35429" l="0" r="0" t="0"/>
          <a:stretch/>
        </p:blipFill>
        <p:spPr>
          <a:xfrm>
            <a:off x="5840800" y="2033625"/>
            <a:ext cx="5935500" cy="32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1"/>
          <p:cNvSpPr txBox="1"/>
          <p:nvPr/>
        </p:nvSpPr>
        <p:spPr>
          <a:xfrm>
            <a:off x="5722550" y="1356975"/>
            <a:ext cx="578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なにも</a:t>
            </a:r>
            <a:r>
              <a:rPr lang="en-US">
                <a:solidFill>
                  <a:schemeClr val="dk1"/>
                </a:solidFill>
              </a:rPr>
              <a:t>Cmdに</a:t>
            </a:r>
            <a:r>
              <a:rPr lang="en-US">
                <a:solidFill>
                  <a:schemeClr val="dk1"/>
                </a:solidFill>
              </a:rPr>
              <a:t>表示は出ませんが</a:t>
            </a:r>
            <a:r>
              <a:rPr lang="en-US">
                <a:solidFill>
                  <a:schemeClr val="dk1"/>
                </a:solidFill>
              </a:rPr>
              <a:t>、</a:t>
            </a:r>
            <a:r>
              <a:rPr lang="en-US">
                <a:solidFill>
                  <a:schemeClr val="dk1"/>
                </a:solidFill>
              </a:rPr>
              <a:t>"C:\Users\</a:t>
            </a:r>
            <a:r>
              <a:rPr lang="en-US">
                <a:solidFill>
                  <a:schemeClr val="dk1"/>
                </a:solidFill>
              </a:rPr>
              <a:t>｛社員ID｝</a:t>
            </a:r>
            <a:r>
              <a:rPr lang="en-US">
                <a:solidFill>
                  <a:schemeClr val="dk1"/>
                </a:solidFill>
              </a:rPr>
              <a:t>\.gitconfig"</a:t>
            </a:r>
            <a:r>
              <a:rPr lang="en-US">
                <a:solidFill>
                  <a:schemeClr val="dk1"/>
                </a:solidFill>
              </a:rPr>
              <a:t>の値が書き換わります。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