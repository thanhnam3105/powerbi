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7104050" cy="102346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Roboto-bold.fntdata"/><Relationship Id="rId10" Type="http://schemas.openxmlformats.org/officeDocument/2006/relationships/slide" Target="slides/slide6.xml"/><Relationship Id="rId21" Type="http://schemas.openxmlformats.org/officeDocument/2006/relationships/font" Target="fonts/Roboto-regular.fntdata"/><Relationship Id="rId13" Type="http://schemas.openxmlformats.org/officeDocument/2006/relationships/slide" Target="slides/slide9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8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38863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666418726_0_46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666418726_0_46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4666418726_0_46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79954a075_0_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79954a075_0_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479954a075_0_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79852c05f_0_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79852c05f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479852c05f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79954a075_0_11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79954a075_0_11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479954a075_0_11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79852c05f_0_7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79852c05f_0_7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479852c05f_0_7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79852c05f_0_36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79852c05f_0_36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479852c05f_0_36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78ec5ca7a_0_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78ec5ca7a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478ec5ca7a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79954a075_0_12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79954a075_0_12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479954a075_0_12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79a342a59_0_1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79a342a59_0_1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479a342a59_0_1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79a342a59_0_25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79a342a59_0_25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479a342a59_0_25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79a342a59_0_31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79a342a59_0_31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479a342a59_0_31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79a342a59_0_5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79a342a59_0_5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479a342a59_0_5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79a342a59_0_7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79a342a59_0_7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479a342a59_0_7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79a342a59_0_56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79a342a59_0_56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479a342a59_0_56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79a342a59_0_62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479a342a59_0_62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479a342a59_0_62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79a342a59_0_68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79a342a59_0_68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479a342a59_0_68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9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1_タイトル スライド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111971"/>
            <a:ext cx="11707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2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3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53373" y="2208743"/>
            <a:ext cx="10167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de.visualstudio.com/download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hyperlink" Target="http://10.199.2.174:8080" TargetMode="External"/><Relationship Id="rId7" Type="http://schemas.openxmlformats.org/officeDocument/2006/relationships/hyperlink" Target="http://10.199.2.174:808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sktop.github.com/download/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Desktop初期設定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戦略的テクニカルチーム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レベル:2　開示範囲：GitHub利用者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829"/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事前準備</a:t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VS Codeのインストール</a:t>
            </a:r>
            <a:endParaRPr/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364080" y="1293900"/>
            <a:ext cx="7839000" cy="30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A3990"/>
                </a:solidFill>
                <a:latin typeface="Meiryo"/>
                <a:ea typeface="Meiryo"/>
                <a:cs typeface="Meiryo"/>
                <a:sym typeface="Meiryo"/>
              </a:rPr>
              <a:t>先に</a:t>
            </a:r>
            <a:r>
              <a:rPr b="0" i="0" lang="en-US" sz="1400" u="none" cap="none" strike="noStrike">
                <a:solidFill>
                  <a:srgbClr val="2A3990"/>
                </a:solidFill>
                <a:latin typeface="Meiryo"/>
                <a:ea typeface="Meiryo"/>
                <a:cs typeface="Meiryo"/>
                <a:sym typeface="Meiryo"/>
              </a:rPr>
              <a:t>VS Codeをインストールする　</a:t>
            </a:r>
            <a:r>
              <a:rPr lang="en-US" u="sng">
                <a:solidFill>
                  <a:srgbClr val="F0629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Visual Studio Code - Mac, Linux, Windows</a:t>
            </a:r>
            <a:endParaRPr b="0" i="0" sz="1400" u="none" cap="none" strike="noStrike">
              <a:solidFill>
                <a:srgbClr val="2A39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291" y="1848216"/>
            <a:ext cx="5753903" cy="4458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355" y="1985159"/>
            <a:ext cx="5677693" cy="4429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4032824" y="6002984"/>
            <a:ext cx="966000" cy="179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949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91784" y="5375320"/>
            <a:ext cx="769200" cy="208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949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VS Codeのインストール</a:t>
            </a:r>
            <a:endParaRPr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045" y="1471883"/>
            <a:ext cx="5658640" cy="438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4194593" y="5519394"/>
            <a:ext cx="966000" cy="27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0639" y="1471882"/>
            <a:ext cx="5488042" cy="404751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6776024" y="2288514"/>
            <a:ext cx="2296800" cy="504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システム環境変数の編集</a:t>
            </a:r>
            <a:endParaRPr/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23" y="1957446"/>
            <a:ext cx="50006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96767"/>
            <a:ext cx="5500867" cy="286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1984" y="3513762"/>
            <a:ext cx="2379064" cy="152293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6096000" y="4861232"/>
            <a:ext cx="6118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変数名　変数値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HTTP_PROXY=</a:t>
            </a: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http://10.199.2.174:8080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HTTPS_PROXY=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http://10.199.2.174:8080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↑なぜかHTTPSもいれないと動かない（でも会社のプロキシはHttpsを許容しない、、、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システム環境変数の編集を開いてください。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環境変数(N)をクリックしてください。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1111845" y="3371187"/>
            <a:ext cx="19590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811713" y="4155630"/>
            <a:ext cx="1315200" cy="33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6095999" y="1293910"/>
            <a:ext cx="54135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変数に以下が記されているか確認してください。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もしない場合は変更してください。（再起動挟まないと動かないかも）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283000" y="2949678"/>
            <a:ext cx="2931300" cy="4215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システム環境変数の編集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/>
              <a:t>環境変数設定後、再起動をしてください。</a:t>
            </a:r>
            <a:endParaRPr/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Desktopのインストール</a:t>
            </a:r>
            <a:endParaRPr/>
          </a:p>
        </p:txBody>
      </p:sp>
      <p:sp>
        <p:nvSpPr>
          <p:cNvPr id="161" name="Google Shape;161;p2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Desktop</a:t>
            </a:r>
            <a:r>
              <a:rPr lang="en-US"/>
              <a:t>のインストール</a:t>
            </a:r>
            <a:endParaRPr/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364066" y="1293910"/>
            <a:ext cx="50070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https://desktop.github.com/download/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にアクセスし、GitHubDesktopSetup-x64.exeをダウンロード、実行してください。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066" y="2032574"/>
            <a:ext cx="5007123" cy="410782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171" name="Google Shape;1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999" y="2032574"/>
            <a:ext cx="5829257" cy="402017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172" name="Google Shape;172;p22"/>
          <p:cNvSpPr txBox="1"/>
          <p:nvPr/>
        </p:nvSpPr>
        <p:spPr>
          <a:xfrm>
            <a:off x="6095999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Sign in to GitHub.com 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364065" y="4626178"/>
            <a:ext cx="2718300" cy="5622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273037" y="4192952"/>
            <a:ext cx="1329900" cy="317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Desktopのインストール</a:t>
            </a:r>
            <a:endParaRPr/>
          </a:p>
        </p:txBody>
      </p:sp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Continueをクリックしてください。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6095999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Authorize desktopをクリックしてください。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4076" r="5727" t="0"/>
          <a:stretch/>
        </p:blipFill>
        <p:spPr>
          <a:xfrm>
            <a:off x="330198" y="2032574"/>
            <a:ext cx="5074857" cy="402017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185" name="Google Shape;1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2032574"/>
            <a:ext cx="5388391" cy="402017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186" name="Google Shape;186;p23"/>
          <p:cNvSpPr/>
          <p:nvPr/>
        </p:nvSpPr>
        <p:spPr>
          <a:xfrm>
            <a:off x="3251104" y="3660408"/>
            <a:ext cx="5811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Desktopのインストール</a:t>
            </a:r>
            <a:endParaRPr/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GitHubDesktop.exeを開くをクリックしてください。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6095999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Finishをクリックしてください。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947331"/>
            <a:ext cx="5021451" cy="237913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47331"/>
            <a:ext cx="5007121" cy="346526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198" name="Google Shape;198;p24"/>
          <p:cNvSpPr/>
          <p:nvPr/>
        </p:nvSpPr>
        <p:spPr>
          <a:xfrm>
            <a:off x="2110672" y="3679962"/>
            <a:ext cx="18654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6208349" y="4158347"/>
            <a:ext cx="562200" cy="336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Desktopのインストール</a:t>
            </a:r>
            <a:endParaRPr/>
          </a:p>
        </p:txBody>
      </p:sp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GitHubDesktopが使えるようになりました。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904998"/>
            <a:ext cx="6231468" cy="4300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リポジトリをローカルPCに複製する（Clone）</a:t>
            </a:r>
            <a:endParaRPr/>
          </a:p>
        </p:txBody>
      </p:sp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リポジトリをローカルPCに複製する（Clone）</a:t>
            </a:r>
            <a:endParaRPr/>
          </a:p>
        </p:txBody>
      </p:sp>
      <p:sp>
        <p:nvSpPr>
          <p:cNvPr id="222" name="Google Shape;222;p2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3" name="Google Shape;2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8" y="1837565"/>
            <a:ext cx="6532882" cy="446413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224" name="Google Shape;22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066" y="1883190"/>
            <a:ext cx="3567603" cy="348128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225" name="Google Shape;225;p27"/>
          <p:cNvSpPr txBox="1"/>
          <p:nvPr/>
        </p:nvSpPr>
        <p:spPr>
          <a:xfrm>
            <a:off x="364066" y="1293910"/>
            <a:ext cx="35676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GitHub Desktopを起動してください。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4673598" y="1293910"/>
            <a:ext cx="54597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GitHubDesktopが起動します。</a:t>
            </a:r>
            <a:endParaRPr b="0" i="0" sz="1400" u="none" cap="none" strike="noStrike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リポジトリをローカルPCに複製する（Clone）</a:t>
            </a:r>
            <a:endParaRPr/>
          </a:p>
        </p:txBody>
      </p:sp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取得したいリポジトリを検索して、選択してください。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次に「Clone ｛リポジトリ名｝」をクリックしてください。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095998" y="1293910"/>
            <a:ext cx="54597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任意のLocal pathを入力してください。問題が無ければ、そのままCloneをクリックしてください。</a:t>
            </a:r>
            <a:endParaRPr b="0" i="0" sz="1400" u="none" cap="none" strike="noStrike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36" name="Google Shape;2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950718"/>
            <a:ext cx="5007122" cy="383691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237" name="Google Shape;237;p28"/>
          <p:cNvSpPr/>
          <p:nvPr/>
        </p:nvSpPr>
        <p:spPr>
          <a:xfrm>
            <a:off x="508847" y="3344271"/>
            <a:ext cx="4683000" cy="425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508846" y="5139000"/>
            <a:ext cx="4683000" cy="425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7" y="1950718"/>
            <a:ext cx="5416766" cy="352552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240" name="Google Shape;240;p28"/>
          <p:cNvSpPr/>
          <p:nvPr/>
        </p:nvSpPr>
        <p:spPr>
          <a:xfrm>
            <a:off x="6410960" y="3738881"/>
            <a:ext cx="4846200" cy="6300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リポジトリをローカルPCに複製する（Clone）</a:t>
            </a:r>
            <a:endParaRPr/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暫く待機してください。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6095998" y="1293910"/>
            <a:ext cx="54597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画面が遷移し、クローンが完了いたしました。</a:t>
            </a:r>
            <a:endParaRPr b="0" i="0" sz="1400" u="none" cap="none" strike="noStrike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950719"/>
            <a:ext cx="5004587" cy="344424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pic>
        <p:nvPicPr>
          <p:cNvPr id="251" name="Google Shape;2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8" y="1950719"/>
            <a:ext cx="5459603" cy="374745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リポジトリをローカルPCに複製する（Clone）</a:t>
            </a:r>
            <a:endParaRPr/>
          </a:p>
        </p:txBody>
      </p:sp>
      <p:sp>
        <p:nvSpPr>
          <p:cNvPr id="258" name="Google Shape;258;p3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30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「Show in Explorer」をクリックしてください。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6095998" y="1293910"/>
            <a:ext cx="54597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目的のリポジトリが複製（クローン）され、ファイルが存在している事を確認してください。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61" name="Google Shape;2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1811" y="2045446"/>
            <a:ext cx="5555750" cy="3518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066" y="2009576"/>
            <a:ext cx="5006664" cy="37206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9"/>
              </a:srgbClr>
            </a:outerShdw>
          </a:effectLst>
        </p:spPr>
      </p:pic>
      <p:sp>
        <p:nvSpPr>
          <p:cNvPr id="263" name="Google Shape;263;p30"/>
          <p:cNvSpPr/>
          <p:nvPr/>
        </p:nvSpPr>
        <p:spPr>
          <a:xfrm>
            <a:off x="3342640" y="5138997"/>
            <a:ext cx="1788300" cy="425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