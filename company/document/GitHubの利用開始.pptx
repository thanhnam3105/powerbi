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12192000"/>
  <p:notesSz cx="7104050" cy="10234600"/>
  <p:embeddedFontLst>
    <p:embeddedFont>
      <p:font typeface="Robo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Roboto-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font" Target="fonts/Roboto-italic.fntdata"/><Relationship Id="rId14" Type="http://schemas.openxmlformats.org/officeDocument/2006/relationships/slide" Target="slides/slide10.xml"/><Relationship Id="rId36" Type="http://schemas.openxmlformats.org/officeDocument/2006/relationships/font" Target="fonts/Roboto-bold.fntdata"/><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font" Target="fonts/Roboto-boldItalic.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8427" cy="513508"/>
          </a:xfrm>
          <a:prstGeom prst="rect">
            <a:avLst/>
          </a:prstGeom>
          <a:noFill/>
          <a:ln>
            <a:noFill/>
          </a:ln>
        </p:spPr>
        <p:txBody>
          <a:bodyPr anchorCtr="0" anchor="t" bIns="49525" lIns="99075" spcFirstLastPara="1" rIns="99075" wrap="square" tIns="495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4023992" y="0"/>
            <a:ext cx="3078427" cy="513508"/>
          </a:xfrm>
          <a:prstGeom prst="rect">
            <a:avLst/>
          </a:prstGeom>
          <a:noFill/>
          <a:ln>
            <a:noFill/>
          </a:ln>
        </p:spPr>
        <p:txBody>
          <a:bodyPr anchorCtr="0" anchor="t" bIns="49525" lIns="99075" spcFirstLastPara="1" rIns="99075" wrap="square" tIns="49525">
            <a:noAutofit/>
          </a:bodyPr>
          <a:lstStyle>
            <a:lvl1pPr lvl="0" marR="0" rtl="0" algn="r">
              <a:lnSpc>
                <a:spcPct val="100000"/>
              </a:lnSpc>
              <a:spcBef>
                <a:spcPts val="0"/>
              </a:spcBef>
              <a:spcAft>
                <a:spcPts val="0"/>
              </a:spcAft>
              <a:buClr>
                <a:srgbClr val="000000"/>
              </a:buClr>
              <a:buSzPts val="1400"/>
              <a:buFont typeface="Arial"/>
              <a:buNone/>
              <a:defRPr b="0" i="0" sz="1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482600" y="1279525"/>
            <a:ext cx="6138863" cy="34544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10407" y="4925407"/>
            <a:ext cx="5683250" cy="4029879"/>
          </a:xfrm>
          <a:prstGeom prst="rect">
            <a:avLst/>
          </a:prstGeom>
          <a:noFill/>
          <a:ln>
            <a:noFill/>
          </a:ln>
        </p:spPr>
        <p:txBody>
          <a:bodyPr anchorCtr="0" anchor="t" bIns="49525" lIns="99075" spcFirstLastPara="1" rIns="99075" wrap="square" tIns="495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9721107"/>
            <a:ext cx="3078427" cy="513507"/>
          </a:xfrm>
          <a:prstGeom prst="rect">
            <a:avLst/>
          </a:prstGeom>
          <a:noFill/>
          <a:ln>
            <a:noFill/>
          </a:ln>
        </p:spPr>
        <p:txBody>
          <a:bodyPr anchorCtr="0" anchor="b" bIns="49525" lIns="99075" spcFirstLastPara="1" rIns="99075" wrap="square" tIns="49525">
            <a:noAutofit/>
          </a:bodyPr>
          <a:lstStyle>
            <a:lvl1pPr lvl="0" marR="0" rtl="0" algn="l">
              <a:lnSpc>
                <a:spcPct val="100000"/>
              </a:lnSpc>
              <a:spcBef>
                <a:spcPts val="0"/>
              </a:spcBef>
              <a:spcAft>
                <a:spcPts val="0"/>
              </a:spcAft>
              <a:buClr>
                <a:srgbClr val="000000"/>
              </a:buClr>
              <a:buSzPts val="1400"/>
              <a:buFont typeface="Arial"/>
              <a:buNone/>
              <a:defRPr b="0" i="0" sz="1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023992" y="9721107"/>
            <a:ext cx="3078427" cy="513507"/>
          </a:xfrm>
          <a:prstGeom prst="rect">
            <a:avLst/>
          </a:prstGeom>
          <a:noFill/>
          <a:ln>
            <a:noFill/>
          </a:ln>
        </p:spPr>
        <p:txBody>
          <a:bodyPr anchorCtr="0" anchor="b" bIns="49525" lIns="99075" spcFirstLastPara="1" rIns="99075" wrap="square" tIns="49525">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chemeClr val="dk1"/>
                </a:solidFill>
                <a:latin typeface="Arial"/>
                <a:ea typeface="Arial"/>
                <a:cs typeface="Arial"/>
                <a:sym typeface="Arial"/>
              </a:rPr>
              <a:t>‹#›</a:t>
            </a:fld>
            <a:endParaRPr b="0" i="0" sz="13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4666418726_0_469: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95" name="Google Shape;95;g34666418726_0_469: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96" name="Google Shape;96;g34666418726_0_469: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4666418726_0_765: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4666418726_0_765: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04" name="Google Shape;104;g34666418726_0_765: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4666418726_0_800: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4666418726_0_800: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12" name="Google Shape;112;g34666418726_0_800: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47368a7a86_0_52: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47368a7a86_0_52: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20" name="Google Shape;120;g347368a7a86_0_52: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47368a7a86_0_18: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47368a7a86_0_18: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27" name="Google Shape;127;g347368a7a86_0_18: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47401f9e17_0_19: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47401f9e17_0_19: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37" name="Google Shape;137;g347401f9e17_0_19: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47401f9e17_0_28: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47401f9e17_0_28: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50" name="Google Shape;150;g347401f9e17_0_28: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47401f9e17_0_34: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47401f9e17_0_34: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61" name="Google Shape;161;g347401f9e17_0_34: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4b17157f21_0_6: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4b17157f21_0_6: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74" name="Google Shape;174;g34b17157f21_0_6: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4b17157f21_0_20: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4b17157f21_0_20: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84" name="Google Shape;184;g34b17157f21_0_20: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5b649ac0af_1_0: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5b649ac0af_1_0: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194" name="Google Shape;194;g35b649ac0af_1_0: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5b649ac0af_1_13: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5b649ac0af_1_13: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208" name="Google Shape;208;g35b649ac0af_1_13: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5b649ac0af_1_25: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5b649ac0af_1_25: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221" name="Google Shape;221;g35b649ac0af_1_25: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5b649ac0af_1_38: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5b649ac0af_1_38: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235" name="Google Shape;235;g35b649ac0af_1_38: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5b649ac0af_1_58: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5b649ac0af_1_58: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256" name="Google Shape;256;g35b649ac0af_1_58: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5b649ac0af_1_66: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5b649ac0af_1_66: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265" name="Google Shape;265;g35b649ac0af_1_66: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5b649ac0af_1_72: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5b649ac0af_1_72: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272" name="Google Shape;272;g35b649ac0af_1_72: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35b649ac0af_1_84: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35b649ac0af_1_84: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285" name="Google Shape;285;g35b649ac0af_1_84: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5b649ac0af_1_99: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5b649ac0af_1_99: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301" name="Google Shape;301;g35b649ac0af_1_99: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5b649ac0af_1_111: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5b649ac0af_1_111: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314" name="Google Shape;314;g35b649ac0af_1_111: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5b649ac0af_1_126: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329" name="Google Shape;329;g35b649ac0af_1_126: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330" name="Google Shape;330;g35b649ac0af_1_126: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5b649ac0af_1_132: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5b649ac0af_1_132: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337" name="Google Shape;337;g35b649ac0af_1_132: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5b649ac0af_1_148: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5b649ac0af_1_148: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354" name="Google Shape;354;g35b649ac0af_1_148: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5b649ac0af_1_161: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5b649ac0af_1_161: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368" name="Google Shape;368;g35b649ac0af_1_161: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47401f9e17_0_62: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47401f9e17_0_62: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382" name="Google Shape;382;g347401f9e17_0_62: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4666418726_0_822: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4666418726_0_822: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389" name="Google Shape;389;g34666418726_0_822: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4666418726_0_829: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4666418726_0_829: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397" name="Google Shape;397;g34666418726_0_829: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4b17157f21_0_39: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4b17157f21_0_39: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408" name="Google Shape;408;g34b17157f21_0_39: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47368a7a86_0_31: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47368a7a86_0_31: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417" name="Google Shape;417;g347368a7a86_0_31: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4666418726_0_777:notes"/>
          <p:cNvSpPr/>
          <p:nvPr>
            <p:ph idx="2" type="sldImg"/>
          </p:nvPr>
        </p:nvSpPr>
        <p:spPr>
          <a:xfrm>
            <a:off x="482600" y="1279525"/>
            <a:ext cx="6138900" cy="34545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34666418726_0_777:notes"/>
          <p:cNvSpPr txBox="1"/>
          <p:nvPr>
            <p:ph idx="1" type="body"/>
          </p:nvPr>
        </p:nvSpPr>
        <p:spPr>
          <a:xfrm>
            <a:off x="710407" y="4925407"/>
            <a:ext cx="5683200" cy="4029900"/>
          </a:xfrm>
          <a:prstGeom prst="rect">
            <a:avLst/>
          </a:prstGeom>
        </p:spPr>
        <p:txBody>
          <a:bodyPr anchorCtr="0" anchor="t" bIns="49525" lIns="99075" spcFirstLastPara="1" rIns="99075" wrap="square" tIns="49525">
            <a:noAutofit/>
          </a:bodyPr>
          <a:lstStyle/>
          <a:p>
            <a:pPr indent="0" lvl="0" marL="0" rtl="0" algn="l">
              <a:spcBef>
                <a:spcPts val="0"/>
              </a:spcBef>
              <a:spcAft>
                <a:spcPts val="0"/>
              </a:spcAft>
              <a:buNone/>
            </a:pPr>
            <a:r>
              <a:t/>
            </a:r>
            <a:endParaRPr/>
          </a:p>
        </p:txBody>
      </p:sp>
      <p:sp>
        <p:nvSpPr>
          <p:cNvPr id="425" name="Google Shape;425;g34666418726_0_777:notes"/>
          <p:cNvSpPr txBox="1"/>
          <p:nvPr>
            <p:ph idx="12" type="sldNum"/>
          </p:nvPr>
        </p:nvSpPr>
        <p:spPr>
          <a:xfrm>
            <a:off x="4023992" y="9721107"/>
            <a:ext cx="3078300" cy="513600"/>
          </a:xfrm>
          <a:prstGeom prst="rect">
            <a:avLst/>
          </a:prstGeom>
        </p:spPr>
        <p:txBody>
          <a:bodyPr anchorCtr="0" anchor="b" bIns="49525" lIns="99075" spcFirstLastPara="1" rIns="99075" wrap="square" tIns="49525">
            <a:noAutofit/>
          </a:bodyPr>
          <a:lstStyle/>
          <a:p>
            <a:pPr indent="0" lvl="0" marL="0" rtl="0" algn="r">
              <a:spcBef>
                <a:spcPts val="0"/>
              </a:spcBef>
              <a:spcAft>
                <a:spcPts val="0"/>
              </a:spcAft>
              <a:buClr>
                <a:srgbClr val="000000"/>
              </a:buClr>
              <a:buSzPts val="13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3" name="Shape 13"/>
        <p:cNvGrpSpPr/>
        <p:nvPr/>
      </p:nvGrpSpPr>
      <p:grpSpPr>
        <a:xfrm>
          <a:off x="0" y="0"/>
          <a:ext cx="0" cy="0"/>
          <a:chOff x="0" y="0"/>
          <a:chExt cx="0" cy="0"/>
        </a:xfrm>
      </p:grpSpPr>
      <p:grpSp>
        <p:nvGrpSpPr>
          <p:cNvPr id="14" name="Google Shape;14;p2"/>
          <p:cNvGrpSpPr/>
          <p:nvPr/>
        </p:nvGrpSpPr>
        <p:grpSpPr>
          <a:xfrm>
            <a:off x="8130968" y="7"/>
            <a:ext cx="4060732" cy="2707359"/>
            <a:chOff x="6098378" y="5"/>
            <a:chExt cx="3045625" cy="2030570"/>
          </a:xfrm>
        </p:grpSpPr>
        <p:sp>
          <p:nvSpPr>
            <p:cNvPr id="15" name="Google Shape;15;p2"/>
            <p:cNvSpPr/>
            <p:nvPr/>
          </p:nvSpPr>
          <p:spPr>
            <a:xfrm>
              <a:off x="8128803" y="16"/>
              <a:ext cx="1015200" cy="1015200"/>
            </a:xfrm>
            <a:prstGeom prst="rect">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6" name="Google Shape;16;p2"/>
            <p:cNvSpPr/>
            <p:nvPr/>
          </p:nvSpPr>
          <p:spPr>
            <a:xfrm flipH="1">
              <a:off x="7113463" y="5"/>
              <a:ext cx="1015200" cy="1015200"/>
            </a:xfrm>
            <a:prstGeom prst="rtTriangle">
              <a:avLst/>
            </a:pr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7" name="Google Shape;17;p2"/>
            <p:cNvSpPr/>
            <p:nvPr/>
          </p:nvSpPr>
          <p:spPr>
            <a:xfrm flipH="1" rot="10800000">
              <a:off x="7113588" y="107"/>
              <a:ext cx="1015200" cy="1015200"/>
            </a:xfrm>
            <a:prstGeom prst="rtTriangle">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8" name="Google Shape;18;p2"/>
            <p:cNvSpPr/>
            <p:nvPr/>
          </p:nvSpPr>
          <p:spPr>
            <a:xfrm rot="10800000">
              <a:off x="6098378" y="97"/>
              <a:ext cx="1015200" cy="1015200"/>
            </a:xfrm>
            <a:prstGeom prst="rtTriangle">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9" name="Google Shape;19;p2"/>
            <p:cNvSpPr/>
            <p:nvPr/>
          </p:nvSpPr>
          <p:spPr>
            <a:xfrm rot="10800000">
              <a:off x="8128789" y="1015375"/>
              <a:ext cx="1015200" cy="1015200"/>
            </a:xfrm>
            <a:prstGeom prst="rtTriangle">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20" name="Google Shape;20;p2"/>
          <p:cNvSpPr txBox="1"/>
          <p:nvPr>
            <p:ph type="ctrTitle"/>
          </p:nvPr>
        </p:nvSpPr>
        <p:spPr>
          <a:xfrm>
            <a:off x="797467" y="2366963"/>
            <a:ext cx="10962900" cy="1118400"/>
          </a:xfrm>
          <a:prstGeom prst="rect">
            <a:avLst/>
          </a:prstGeom>
        </p:spPr>
        <p:txBody>
          <a:bodyPr anchorCtr="0" anchor="b" bIns="121900" lIns="121900" spcFirstLastPara="1" rIns="121900" wrap="square" tIns="121900">
            <a:normAutofit/>
          </a:bodyPr>
          <a:lstStyle>
            <a:lvl1pPr lvl="0">
              <a:spcBef>
                <a:spcPts val="0"/>
              </a:spcBef>
              <a:spcAft>
                <a:spcPts val="0"/>
              </a:spcAft>
              <a:buClr>
                <a:schemeClr val="lt1"/>
              </a:buClr>
              <a:buSzPts val="5600"/>
              <a:buNone/>
              <a:defRPr sz="5600">
                <a:solidFill>
                  <a:schemeClr val="lt1"/>
                </a:solidFill>
              </a:defRPr>
            </a:lvl1pPr>
            <a:lvl2pPr lvl="1">
              <a:spcBef>
                <a:spcPts val="0"/>
              </a:spcBef>
              <a:spcAft>
                <a:spcPts val="0"/>
              </a:spcAft>
              <a:buClr>
                <a:schemeClr val="lt1"/>
              </a:buClr>
              <a:buSzPts val="5600"/>
              <a:buNone/>
              <a:defRPr sz="5600">
                <a:solidFill>
                  <a:schemeClr val="lt1"/>
                </a:solidFill>
              </a:defRPr>
            </a:lvl2pPr>
            <a:lvl3pPr lvl="2">
              <a:spcBef>
                <a:spcPts val="0"/>
              </a:spcBef>
              <a:spcAft>
                <a:spcPts val="0"/>
              </a:spcAft>
              <a:buClr>
                <a:schemeClr val="lt1"/>
              </a:buClr>
              <a:buSzPts val="5600"/>
              <a:buNone/>
              <a:defRPr sz="5600">
                <a:solidFill>
                  <a:schemeClr val="lt1"/>
                </a:solidFill>
              </a:defRPr>
            </a:lvl3pPr>
            <a:lvl4pPr lvl="3">
              <a:spcBef>
                <a:spcPts val="0"/>
              </a:spcBef>
              <a:spcAft>
                <a:spcPts val="0"/>
              </a:spcAft>
              <a:buClr>
                <a:schemeClr val="lt1"/>
              </a:buClr>
              <a:buSzPts val="5600"/>
              <a:buNone/>
              <a:defRPr sz="5600">
                <a:solidFill>
                  <a:schemeClr val="lt1"/>
                </a:solidFill>
              </a:defRPr>
            </a:lvl4pPr>
            <a:lvl5pPr lvl="4">
              <a:spcBef>
                <a:spcPts val="0"/>
              </a:spcBef>
              <a:spcAft>
                <a:spcPts val="0"/>
              </a:spcAft>
              <a:buClr>
                <a:schemeClr val="lt1"/>
              </a:buClr>
              <a:buSzPts val="5600"/>
              <a:buNone/>
              <a:defRPr sz="5600">
                <a:solidFill>
                  <a:schemeClr val="lt1"/>
                </a:solidFill>
              </a:defRPr>
            </a:lvl5pPr>
            <a:lvl6pPr lvl="5">
              <a:spcBef>
                <a:spcPts val="0"/>
              </a:spcBef>
              <a:spcAft>
                <a:spcPts val="0"/>
              </a:spcAft>
              <a:buClr>
                <a:schemeClr val="lt1"/>
              </a:buClr>
              <a:buSzPts val="5600"/>
              <a:buNone/>
              <a:defRPr sz="5600">
                <a:solidFill>
                  <a:schemeClr val="lt1"/>
                </a:solidFill>
              </a:defRPr>
            </a:lvl6pPr>
            <a:lvl7pPr lvl="6">
              <a:spcBef>
                <a:spcPts val="0"/>
              </a:spcBef>
              <a:spcAft>
                <a:spcPts val="0"/>
              </a:spcAft>
              <a:buClr>
                <a:schemeClr val="lt1"/>
              </a:buClr>
              <a:buSzPts val="5600"/>
              <a:buNone/>
              <a:defRPr sz="5600">
                <a:solidFill>
                  <a:schemeClr val="lt1"/>
                </a:solidFill>
              </a:defRPr>
            </a:lvl7pPr>
            <a:lvl8pPr lvl="7">
              <a:spcBef>
                <a:spcPts val="0"/>
              </a:spcBef>
              <a:spcAft>
                <a:spcPts val="0"/>
              </a:spcAft>
              <a:buClr>
                <a:schemeClr val="lt1"/>
              </a:buClr>
              <a:buSzPts val="5600"/>
              <a:buNone/>
              <a:defRPr sz="5600">
                <a:solidFill>
                  <a:schemeClr val="lt1"/>
                </a:solidFill>
              </a:defRPr>
            </a:lvl8pPr>
            <a:lvl9pPr lvl="8">
              <a:spcBef>
                <a:spcPts val="0"/>
              </a:spcBef>
              <a:spcAft>
                <a:spcPts val="0"/>
              </a:spcAft>
              <a:buClr>
                <a:schemeClr val="lt1"/>
              </a:buClr>
              <a:buSzPts val="5600"/>
              <a:buNone/>
              <a:defRPr sz="5600">
                <a:solidFill>
                  <a:schemeClr val="lt1"/>
                </a:solidFill>
              </a:defRPr>
            </a:lvl9pPr>
          </a:lstStyle>
          <a:p/>
        </p:txBody>
      </p:sp>
      <p:sp>
        <p:nvSpPr>
          <p:cNvPr id="21" name="Google Shape;21;p2"/>
          <p:cNvSpPr txBox="1"/>
          <p:nvPr>
            <p:ph idx="1" type="subTitle"/>
          </p:nvPr>
        </p:nvSpPr>
        <p:spPr>
          <a:xfrm>
            <a:off x="797451" y="3621217"/>
            <a:ext cx="10962900" cy="577200"/>
          </a:xfrm>
          <a:prstGeom prst="rect">
            <a:avLst/>
          </a:prstGeom>
        </p:spPr>
        <p:txBody>
          <a:bodyPr anchorCtr="0" anchor="t" bIns="121900" lIns="121900" spcFirstLastPara="1" rIns="121900" wrap="square" tIns="121900">
            <a:normAutofit/>
          </a:bodyPr>
          <a:lstStyle>
            <a:lvl1pPr lvl="0">
              <a:lnSpc>
                <a:spcPct val="100000"/>
              </a:lnSpc>
              <a:spcBef>
                <a:spcPts val="0"/>
              </a:spcBef>
              <a:spcAft>
                <a:spcPts val="0"/>
              </a:spcAft>
              <a:buClr>
                <a:schemeClr val="lt1"/>
              </a:buClr>
              <a:buSzPts val="2800"/>
              <a:buNone/>
              <a:defRPr sz="2800">
                <a:solidFill>
                  <a:schemeClr val="lt1"/>
                </a:solidFill>
              </a:defRPr>
            </a:lvl1pPr>
            <a:lvl2pPr lvl="1">
              <a:lnSpc>
                <a:spcPct val="100000"/>
              </a:lnSpc>
              <a:spcBef>
                <a:spcPts val="0"/>
              </a:spcBef>
              <a:spcAft>
                <a:spcPts val="0"/>
              </a:spcAft>
              <a:buClr>
                <a:schemeClr val="lt1"/>
              </a:buClr>
              <a:buSzPts val="2800"/>
              <a:buNone/>
              <a:defRPr sz="2800">
                <a:solidFill>
                  <a:schemeClr val="lt1"/>
                </a:solidFill>
              </a:defRPr>
            </a:lvl2pPr>
            <a:lvl3pPr lvl="2">
              <a:lnSpc>
                <a:spcPct val="100000"/>
              </a:lnSpc>
              <a:spcBef>
                <a:spcPts val="0"/>
              </a:spcBef>
              <a:spcAft>
                <a:spcPts val="0"/>
              </a:spcAft>
              <a:buClr>
                <a:schemeClr val="lt1"/>
              </a:buClr>
              <a:buSzPts val="2800"/>
              <a:buNone/>
              <a:defRPr sz="2800">
                <a:solidFill>
                  <a:schemeClr val="lt1"/>
                </a:solidFill>
              </a:defRPr>
            </a:lvl3pPr>
            <a:lvl4pPr lvl="3">
              <a:lnSpc>
                <a:spcPct val="100000"/>
              </a:lnSpc>
              <a:spcBef>
                <a:spcPts val="0"/>
              </a:spcBef>
              <a:spcAft>
                <a:spcPts val="0"/>
              </a:spcAft>
              <a:buClr>
                <a:schemeClr val="lt1"/>
              </a:buClr>
              <a:buSzPts val="2800"/>
              <a:buNone/>
              <a:defRPr sz="2800">
                <a:solidFill>
                  <a:schemeClr val="lt1"/>
                </a:solidFill>
              </a:defRPr>
            </a:lvl4pPr>
            <a:lvl5pPr lvl="4">
              <a:lnSpc>
                <a:spcPct val="100000"/>
              </a:lnSpc>
              <a:spcBef>
                <a:spcPts val="0"/>
              </a:spcBef>
              <a:spcAft>
                <a:spcPts val="0"/>
              </a:spcAft>
              <a:buClr>
                <a:schemeClr val="lt1"/>
              </a:buClr>
              <a:buSzPts val="2800"/>
              <a:buNone/>
              <a:defRPr sz="2800">
                <a:solidFill>
                  <a:schemeClr val="lt1"/>
                </a:solidFill>
              </a:defRPr>
            </a:lvl5pPr>
            <a:lvl6pPr lvl="5">
              <a:lnSpc>
                <a:spcPct val="100000"/>
              </a:lnSpc>
              <a:spcBef>
                <a:spcPts val="0"/>
              </a:spcBef>
              <a:spcAft>
                <a:spcPts val="0"/>
              </a:spcAft>
              <a:buClr>
                <a:schemeClr val="lt1"/>
              </a:buClr>
              <a:buSzPts val="2800"/>
              <a:buNone/>
              <a:defRPr sz="2800">
                <a:solidFill>
                  <a:schemeClr val="lt1"/>
                </a:solidFill>
              </a:defRPr>
            </a:lvl6pPr>
            <a:lvl7pPr lvl="6">
              <a:lnSpc>
                <a:spcPct val="100000"/>
              </a:lnSpc>
              <a:spcBef>
                <a:spcPts val="0"/>
              </a:spcBef>
              <a:spcAft>
                <a:spcPts val="0"/>
              </a:spcAft>
              <a:buClr>
                <a:schemeClr val="lt1"/>
              </a:buClr>
              <a:buSzPts val="2800"/>
              <a:buNone/>
              <a:defRPr sz="2800">
                <a:solidFill>
                  <a:schemeClr val="lt1"/>
                </a:solidFill>
              </a:defRPr>
            </a:lvl7pPr>
            <a:lvl8pPr lvl="7">
              <a:lnSpc>
                <a:spcPct val="100000"/>
              </a:lnSpc>
              <a:spcBef>
                <a:spcPts val="0"/>
              </a:spcBef>
              <a:spcAft>
                <a:spcPts val="0"/>
              </a:spcAft>
              <a:buClr>
                <a:schemeClr val="lt1"/>
              </a:buClr>
              <a:buSzPts val="2800"/>
              <a:buNone/>
              <a:defRPr sz="2800">
                <a:solidFill>
                  <a:schemeClr val="lt1"/>
                </a:solidFill>
              </a:defRPr>
            </a:lvl8pPr>
            <a:lvl9pPr lvl="8">
              <a:lnSpc>
                <a:spcPct val="100000"/>
              </a:lnSpc>
              <a:spcBef>
                <a:spcPts val="0"/>
              </a:spcBef>
              <a:spcAft>
                <a:spcPts val="0"/>
              </a:spcAft>
              <a:buClr>
                <a:schemeClr val="lt1"/>
              </a:buClr>
              <a:buSzPts val="2800"/>
              <a:buNone/>
              <a:defRPr sz="2800">
                <a:solidFill>
                  <a:schemeClr val="lt1"/>
                </a:solidFill>
              </a:defRPr>
            </a:lvl9pPr>
          </a:lstStyle>
          <a:p/>
        </p:txBody>
      </p:sp>
      <p:sp>
        <p:nvSpPr>
          <p:cNvPr id="22" name="Google Shape;22;p2"/>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23" name="Shape 23"/>
        <p:cNvGrpSpPr/>
        <p:nvPr/>
      </p:nvGrpSpPr>
      <p:grpSpPr>
        <a:xfrm>
          <a:off x="0" y="0"/>
          <a:ext cx="0" cy="0"/>
          <a:chOff x="0" y="0"/>
          <a:chExt cx="0" cy="0"/>
        </a:xfrm>
      </p:grpSpPr>
      <p:grpSp>
        <p:nvGrpSpPr>
          <p:cNvPr id="24" name="Google Shape;24;p3"/>
          <p:cNvGrpSpPr/>
          <p:nvPr/>
        </p:nvGrpSpPr>
        <p:grpSpPr>
          <a:xfrm>
            <a:off x="8130968" y="7"/>
            <a:ext cx="4060732" cy="2707359"/>
            <a:chOff x="6098378" y="5"/>
            <a:chExt cx="3045625" cy="2030570"/>
          </a:xfrm>
        </p:grpSpPr>
        <p:sp>
          <p:nvSpPr>
            <p:cNvPr id="25" name="Google Shape;25;p3"/>
            <p:cNvSpPr/>
            <p:nvPr/>
          </p:nvSpPr>
          <p:spPr>
            <a:xfrm>
              <a:off x="8128803" y="16"/>
              <a:ext cx="1015200" cy="1015200"/>
            </a:xfrm>
            <a:prstGeom prst="rect">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6" name="Google Shape;26;p3"/>
            <p:cNvSpPr/>
            <p:nvPr/>
          </p:nvSpPr>
          <p:spPr>
            <a:xfrm flipH="1">
              <a:off x="7113463" y="5"/>
              <a:ext cx="1015200" cy="1015200"/>
            </a:xfrm>
            <a:prstGeom prst="rtTriangle">
              <a:avLst/>
            </a:pr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7" name="Google Shape;27;p3"/>
            <p:cNvSpPr/>
            <p:nvPr/>
          </p:nvSpPr>
          <p:spPr>
            <a:xfrm flipH="1" rot="10800000">
              <a:off x="7113588" y="107"/>
              <a:ext cx="1015200" cy="1015200"/>
            </a:xfrm>
            <a:prstGeom prst="rtTriangle">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8" name="Google Shape;28;p3"/>
            <p:cNvSpPr/>
            <p:nvPr/>
          </p:nvSpPr>
          <p:spPr>
            <a:xfrm rot="10800000">
              <a:off x="6098378" y="97"/>
              <a:ext cx="1015200" cy="1015200"/>
            </a:xfrm>
            <a:prstGeom prst="rtTriangle">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29" name="Google Shape;29;p3"/>
            <p:cNvSpPr/>
            <p:nvPr/>
          </p:nvSpPr>
          <p:spPr>
            <a:xfrm rot="10800000">
              <a:off x="8128789" y="1015375"/>
              <a:ext cx="1015200" cy="1015200"/>
            </a:xfrm>
            <a:prstGeom prst="rtTriangle">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0" name="Google Shape;30;p3"/>
          <p:cNvSpPr txBox="1"/>
          <p:nvPr>
            <p:ph type="title"/>
          </p:nvPr>
        </p:nvSpPr>
        <p:spPr>
          <a:xfrm>
            <a:off x="797467" y="2869796"/>
            <a:ext cx="10962900" cy="11184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5600"/>
              <a:buNone/>
              <a:defRPr sz="5600">
                <a:solidFill>
                  <a:schemeClr val="lt1"/>
                </a:solidFill>
              </a:defRPr>
            </a:lvl1pPr>
            <a:lvl2pPr lvl="1">
              <a:spcBef>
                <a:spcPts val="0"/>
              </a:spcBef>
              <a:spcAft>
                <a:spcPts val="0"/>
              </a:spcAft>
              <a:buClr>
                <a:schemeClr val="lt1"/>
              </a:buClr>
              <a:buSzPts val="5600"/>
              <a:buNone/>
              <a:defRPr sz="5600">
                <a:solidFill>
                  <a:schemeClr val="lt1"/>
                </a:solidFill>
              </a:defRPr>
            </a:lvl2pPr>
            <a:lvl3pPr lvl="2">
              <a:spcBef>
                <a:spcPts val="0"/>
              </a:spcBef>
              <a:spcAft>
                <a:spcPts val="0"/>
              </a:spcAft>
              <a:buClr>
                <a:schemeClr val="lt1"/>
              </a:buClr>
              <a:buSzPts val="5600"/>
              <a:buNone/>
              <a:defRPr sz="5600">
                <a:solidFill>
                  <a:schemeClr val="lt1"/>
                </a:solidFill>
              </a:defRPr>
            </a:lvl3pPr>
            <a:lvl4pPr lvl="3">
              <a:spcBef>
                <a:spcPts val="0"/>
              </a:spcBef>
              <a:spcAft>
                <a:spcPts val="0"/>
              </a:spcAft>
              <a:buClr>
                <a:schemeClr val="lt1"/>
              </a:buClr>
              <a:buSzPts val="5600"/>
              <a:buNone/>
              <a:defRPr sz="5600">
                <a:solidFill>
                  <a:schemeClr val="lt1"/>
                </a:solidFill>
              </a:defRPr>
            </a:lvl4pPr>
            <a:lvl5pPr lvl="4">
              <a:spcBef>
                <a:spcPts val="0"/>
              </a:spcBef>
              <a:spcAft>
                <a:spcPts val="0"/>
              </a:spcAft>
              <a:buClr>
                <a:schemeClr val="lt1"/>
              </a:buClr>
              <a:buSzPts val="5600"/>
              <a:buNone/>
              <a:defRPr sz="5600">
                <a:solidFill>
                  <a:schemeClr val="lt1"/>
                </a:solidFill>
              </a:defRPr>
            </a:lvl5pPr>
            <a:lvl6pPr lvl="5">
              <a:spcBef>
                <a:spcPts val="0"/>
              </a:spcBef>
              <a:spcAft>
                <a:spcPts val="0"/>
              </a:spcAft>
              <a:buClr>
                <a:schemeClr val="lt1"/>
              </a:buClr>
              <a:buSzPts val="5600"/>
              <a:buNone/>
              <a:defRPr sz="5600">
                <a:solidFill>
                  <a:schemeClr val="lt1"/>
                </a:solidFill>
              </a:defRPr>
            </a:lvl6pPr>
            <a:lvl7pPr lvl="6">
              <a:spcBef>
                <a:spcPts val="0"/>
              </a:spcBef>
              <a:spcAft>
                <a:spcPts val="0"/>
              </a:spcAft>
              <a:buClr>
                <a:schemeClr val="lt1"/>
              </a:buClr>
              <a:buSzPts val="5600"/>
              <a:buNone/>
              <a:defRPr sz="5600">
                <a:solidFill>
                  <a:schemeClr val="lt1"/>
                </a:solidFill>
              </a:defRPr>
            </a:lvl7pPr>
            <a:lvl8pPr lvl="7">
              <a:spcBef>
                <a:spcPts val="0"/>
              </a:spcBef>
              <a:spcAft>
                <a:spcPts val="0"/>
              </a:spcAft>
              <a:buClr>
                <a:schemeClr val="lt1"/>
              </a:buClr>
              <a:buSzPts val="5600"/>
              <a:buNone/>
              <a:defRPr sz="5600">
                <a:solidFill>
                  <a:schemeClr val="lt1"/>
                </a:solidFill>
              </a:defRPr>
            </a:lvl8pPr>
            <a:lvl9pPr lvl="8">
              <a:spcBef>
                <a:spcPts val="0"/>
              </a:spcBef>
              <a:spcAft>
                <a:spcPts val="0"/>
              </a:spcAft>
              <a:buClr>
                <a:schemeClr val="lt1"/>
              </a:buClr>
              <a:buSzPts val="5600"/>
              <a:buNone/>
              <a:defRPr sz="5600">
                <a:solidFill>
                  <a:schemeClr val="lt1"/>
                </a:solidFill>
              </a:defRPr>
            </a:lvl9pPr>
          </a:lstStyle>
          <a:p/>
        </p:txBody>
      </p:sp>
      <p:sp>
        <p:nvSpPr>
          <p:cNvPr id="31" name="Google Shape;31;p3"/>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grpSp>
        <p:nvGrpSpPr>
          <p:cNvPr id="33" name="Google Shape;33;p4"/>
          <p:cNvGrpSpPr/>
          <p:nvPr/>
        </p:nvGrpSpPr>
        <p:grpSpPr>
          <a:xfrm>
            <a:off x="0" y="5204762"/>
            <a:ext cx="12191695" cy="1653192"/>
            <a:chOff x="0" y="3903669"/>
            <a:chExt cx="9144000" cy="1239925"/>
          </a:xfrm>
        </p:grpSpPr>
        <p:sp>
          <p:nvSpPr>
            <p:cNvPr id="34" name="Google Shape;34;p4"/>
            <p:cNvSpPr/>
            <p:nvPr/>
          </p:nvSpPr>
          <p:spPr>
            <a:xfrm>
              <a:off x="8154895" y="3903669"/>
              <a:ext cx="989100" cy="987900"/>
            </a:xfrm>
            <a:prstGeom prst="rtTriangle">
              <a:avLst/>
            </a:pr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5" name="Google Shape;35;p4"/>
            <p:cNvSpPr/>
            <p:nvPr/>
          </p:nvSpPr>
          <p:spPr>
            <a:xfrm flipH="1">
              <a:off x="6181163" y="3903669"/>
              <a:ext cx="989100" cy="987900"/>
            </a:xfrm>
            <a:prstGeom prst="rtTriangle">
              <a:avLst/>
            </a:pr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6" name="Google Shape;36;p4"/>
            <p:cNvSpPr/>
            <p:nvPr/>
          </p:nvSpPr>
          <p:spPr>
            <a:xfrm>
              <a:off x="7170274" y="3903669"/>
              <a:ext cx="989100" cy="987900"/>
            </a:xfrm>
            <a:prstGeom prst="rect">
              <a:avLst/>
            </a:prstGeom>
            <a:solidFill>
              <a:schemeClr val="accent4"/>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7" name="Google Shape;37;p4"/>
            <p:cNvSpPr/>
            <p:nvPr/>
          </p:nvSpPr>
          <p:spPr>
            <a:xfrm rot="10800000">
              <a:off x="8154757" y="3903682"/>
              <a:ext cx="989100" cy="987900"/>
            </a:xfrm>
            <a:prstGeom prst="rtTriangl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p4"/>
            <p:cNvSpPr/>
            <p:nvPr/>
          </p:nvSpPr>
          <p:spPr>
            <a:xfrm>
              <a:off x="0" y="4891594"/>
              <a:ext cx="9144000" cy="252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39" name="Google Shape;39;p4"/>
          <p:cNvSpPr txBox="1"/>
          <p:nvPr>
            <p:ph type="title"/>
          </p:nvPr>
        </p:nvSpPr>
        <p:spPr>
          <a:xfrm>
            <a:off x="415600" y="546667"/>
            <a:ext cx="11360700" cy="8103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0" name="Google Shape;40;p4"/>
          <p:cNvSpPr txBox="1"/>
          <p:nvPr>
            <p:ph idx="1" type="body"/>
          </p:nvPr>
        </p:nvSpPr>
        <p:spPr>
          <a:xfrm>
            <a:off x="415600" y="1639833"/>
            <a:ext cx="11360700" cy="44520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1" name="Google Shape;41;p4"/>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2" name="Shape 42"/>
        <p:cNvGrpSpPr/>
        <p:nvPr/>
      </p:nvGrpSpPr>
      <p:grpSpPr>
        <a:xfrm>
          <a:off x="0" y="0"/>
          <a:ext cx="0" cy="0"/>
          <a:chOff x="0" y="0"/>
          <a:chExt cx="0" cy="0"/>
        </a:xfrm>
      </p:grpSpPr>
      <p:sp>
        <p:nvSpPr>
          <p:cNvPr id="43" name="Google Shape;43;p5"/>
          <p:cNvSpPr txBox="1"/>
          <p:nvPr>
            <p:ph type="title"/>
          </p:nvPr>
        </p:nvSpPr>
        <p:spPr>
          <a:xfrm>
            <a:off x="415600" y="546667"/>
            <a:ext cx="11360700" cy="8103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4" name="Google Shape;44;p5"/>
          <p:cNvSpPr txBox="1"/>
          <p:nvPr>
            <p:ph idx="1" type="body"/>
          </p:nvPr>
        </p:nvSpPr>
        <p:spPr>
          <a:xfrm>
            <a:off x="415600" y="1639967"/>
            <a:ext cx="5333100" cy="44520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45" name="Google Shape;45;p5"/>
          <p:cNvSpPr txBox="1"/>
          <p:nvPr>
            <p:ph idx="2" type="body"/>
          </p:nvPr>
        </p:nvSpPr>
        <p:spPr>
          <a:xfrm>
            <a:off x="6443200" y="1639967"/>
            <a:ext cx="5333100" cy="44520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46" name="Google Shape;46;p5"/>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6"/>
          <p:cNvSpPr txBox="1"/>
          <p:nvPr>
            <p:ph type="title"/>
          </p:nvPr>
        </p:nvSpPr>
        <p:spPr>
          <a:xfrm>
            <a:off x="415600" y="546667"/>
            <a:ext cx="11360700" cy="810300"/>
          </a:xfrm>
          <a:prstGeom prst="rect">
            <a:avLst/>
          </a:prstGeom>
        </p:spPr>
        <p:txBody>
          <a:bodyPr anchorCtr="0" anchor="t" bIns="121900" lIns="121900" spcFirstLastPara="1" rIns="121900" wrap="square" tIns="121900">
            <a:normAutofit/>
          </a:bodyPr>
          <a:lstStyle>
            <a:lvl1pPr lvl="0">
              <a:spcBef>
                <a:spcPts val="0"/>
              </a:spcBef>
              <a:spcAft>
                <a:spcPts val="0"/>
              </a:spcAft>
              <a:buSzPts val="4000"/>
              <a:buNone/>
              <a:defRPr/>
            </a:lvl1pPr>
            <a:lvl2pPr lvl="1">
              <a:spcBef>
                <a:spcPts val="0"/>
              </a:spcBef>
              <a:spcAft>
                <a:spcPts val="0"/>
              </a:spcAft>
              <a:buSzPts val="4000"/>
              <a:buNone/>
              <a:defRPr/>
            </a:lvl2pPr>
            <a:lvl3pPr lvl="2">
              <a:spcBef>
                <a:spcPts val="0"/>
              </a:spcBef>
              <a:spcAft>
                <a:spcPts val="0"/>
              </a:spcAft>
              <a:buSzPts val="4000"/>
              <a:buNone/>
              <a:defRPr/>
            </a:lvl3pPr>
            <a:lvl4pPr lvl="3">
              <a:spcBef>
                <a:spcPts val="0"/>
              </a:spcBef>
              <a:spcAft>
                <a:spcPts val="0"/>
              </a:spcAft>
              <a:buSzPts val="4000"/>
              <a:buNone/>
              <a:defRPr/>
            </a:lvl4pPr>
            <a:lvl5pPr lvl="4">
              <a:spcBef>
                <a:spcPts val="0"/>
              </a:spcBef>
              <a:spcAft>
                <a:spcPts val="0"/>
              </a:spcAft>
              <a:buSzPts val="4000"/>
              <a:buNone/>
              <a:defRPr/>
            </a:lvl5pPr>
            <a:lvl6pPr lvl="5">
              <a:spcBef>
                <a:spcPts val="0"/>
              </a:spcBef>
              <a:spcAft>
                <a:spcPts val="0"/>
              </a:spcAft>
              <a:buSzPts val="4000"/>
              <a:buNone/>
              <a:defRPr/>
            </a:lvl6pPr>
            <a:lvl7pPr lvl="6">
              <a:spcBef>
                <a:spcPts val="0"/>
              </a:spcBef>
              <a:spcAft>
                <a:spcPts val="0"/>
              </a:spcAft>
              <a:buSzPts val="4000"/>
              <a:buNone/>
              <a:defRPr/>
            </a:lvl7pPr>
            <a:lvl8pPr lvl="7">
              <a:spcBef>
                <a:spcPts val="0"/>
              </a:spcBef>
              <a:spcAft>
                <a:spcPts val="0"/>
              </a:spcAft>
              <a:buSzPts val="4000"/>
              <a:buNone/>
              <a:defRPr/>
            </a:lvl8pPr>
            <a:lvl9pPr lvl="8">
              <a:spcBef>
                <a:spcPts val="0"/>
              </a:spcBef>
              <a:spcAft>
                <a:spcPts val="0"/>
              </a:spcAft>
              <a:buSzPts val="4000"/>
              <a:buNone/>
              <a:defRPr/>
            </a:lvl9pPr>
          </a:lstStyle>
          <a:p/>
        </p:txBody>
      </p:sp>
      <p:sp>
        <p:nvSpPr>
          <p:cNvPr id="49" name="Google Shape;49;p6"/>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0" name="Shape 50"/>
        <p:cNvGrpSpPr/>
        <p:nvPr/>
      </p:nvGrpSpPr>
      <p:grpSpPr>
        <a:xfrm>
          <a:off x="0" y="0"/>
          <a:ext cx="0" cy="0"/>
          <a:chOff x="0" y="0"/>
          <a:chExt cx="0" cy="0"/>
        </a:xfrm>
      </p:grpSpPr>
      <p:sp>
        <p:nvSpPr>
          <p:cNvPr id="51" name="Google Shape;51;p7"/>
          <p:cNvSpPr txBox="1"/>
          <p:nvPr>
            <p:ph type="title"/>
          </p:nvPr>
        </p:nvSpPr>
        <p:spPr>
          <a:xfrm>
            <a:off x="415600" y="740800"/>
            <a:ext cx="3744000" cy="10077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52" name="Google Shape;52;p7"/>
          <p:cNvSpPr txBox="1"/>
          <p:nvPr>
            <p:ph idx="1" type="body"/>
          </p:nvPr>
        </p:nvSpPr>
        <p:spPr>
          <a:xfrm>
            <a:off x="415600" y="1954405"/>
            <a:ext cx="3744000" cy="41376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53" name="Google Shape;53;p7"/>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54" name="Shape 54"/>
        <p:cNvGrpSpPr/>
        <p:nvPr/>
      </p:nvGrpSpPr>
      <p:grpSpPr>
        <a:xfrm>
          <a:off x="0" y="0"/>
          <a:ext cx="0" cy="0"/>
          <a:chOff x="0" y="0"/>
          <a:chExt cx="0" cy="0"/>
        </a:xfrm>
      </p:grpSpPr>
      <p:grpSp>
        <p:nvGrpSpPr>
          <p:cNvPr id="55" name="Google Shape;55;p8"/>
          <p:cNvGrpSpPr/>
          <p:nvPr/>
        </p:nvGrpSpPr>
        <p:grpSpPr>
          <a:xfrm>
            <a:off x="8130968" y="7"/>
            <a:ext cx="4060732" cy="2707359"/>
            <a:chOff x="6098378" y="5"/>
            <a:chExt cx="3045625" cy="2030570"/>
          </a:xfrm>
        </p:grpSpPr>
        <p:sp>
          <p:nvSpPr>
            <p:cNvPr id="56" name="Google Shape;56;p8"/>
            <p:cNvSpPr/>
            <p:nvPr/>
          </p:nvSpPr>
          <p:spPr>
            <a:xfrm>
              <a:off x="8128803" y="16"/>
              <a:ext cx="1015200" cy="1015200"/>
            </a:xfrm>
            <a:prstGeom prst="rect">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7" name="Google Shape;57;p8"/>
            <p:cNvSpPr/>
            <p:nvPr/>
          </p:nvSpPr>
          <p:spPr>
            <a:xfrm flipH="1">
              <a:off x="7113463" y="5"/>
              <a:ext cx="1015200" cy="1015200"/>
            </a:xfrm>
            <a:prstGeom prst="rtTriangle">
              <a:avLst/>
            </a:pr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8" name="Google Shape;58;p8"/>
            <p:cNvSpPr/>
            <p:nvPr/>
          </p:nvSpPr>
          <p:spPr>
            <a:xfrm flipH="1" rot="10800000">
              <a:off x="7113588" y="107"/>
              <a:ext cx="1015200" cy="1015200"/>
            </a:xfrm>
            <a:prstGeom prst="rtTriangle">
              <a:avLst/>
            </a:prstGeom>
            <a:solidFill>
              <a:schemeClr val="accent3"/>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59" name="Google Shape;59;p8"/>
            <p:cNvSpPr/>
            <p:nvPr/>
          </p:nvSpPr>
          <p:spPr>
            <a:xfrm rot="10800000">
              <a:off x="6098378" y="97"/>
              <a:ext cx="1015200" cy="1015200"/>
            </a:xfrm>
            <a:prstGeom prst="rtTriangle">
              <a:avLst/>
            </a:pr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60" name="Google Shape;60;p8"/>
            <p:cNvSpPr/>
            <p:nvPr/>
          </p:nvSpPr>
          <p:spPr>
            <a:xfrm rot="10800000">
              <a:off x="8128789" y="1015375"/>
              <a:ext cx="1015200" cy="1015200"/>
            </a:xfrm>
            <a:prstGeom prst="rtTriangle">
              <a:avLst/>
            </a:prstGeom>
            <a:solidFill>
              <a:schemeClr val="accent5"/>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61" name="Google Shape;61;p8"/>
          <p:cNvSpPr txBox="1"/>
          <p:nvPr>
            <p:ph type="title"/>
          </p:nvPr>
        </p:nvSpPr>
        <p:spPr>
          <a:xfrm>
            <a:off x="653667" y="701800"/>
            <a:ext cx="7491600" cy="5454300"/>
          </a:xfrm>
          <a:prstGeom prst="rect">
            <a:avLst/>
          </a:prstGeom>
        </p:spPr>
        <p:txBody>
          <a:bodyPr anchorCtr="0" anchor="ctr" bIns="121900" lIns="121900" spcFirstLastPara="1" rIns="121900" wrap="square" tIns="121900">
            <a:normAutofit/>
          </a:bodyPr>
          <a:lstStyle>
            <a:lvl1pPr lvl="0">
              <a:spcBef>
                <a:spcPts val="0"/>
              </a:spcBef>
              <a:spcAft>
                <a:spcPts val="0"/>
              </a:spcAft>
              <a:buClr>
                <a:schemeClr val="lt1"/>
              </a:buClr>
              <a:buSzPts val="6400"/>
              <a:buNone/>
              <a:defRPr sz="6400">
                <a:solidFill>
                  <a:schemeClr val="lt1"/>
                </a:solidFill>
              </a:defRPr>
            </a:lvl1pPr>
            <a:lvl2pPr lvl="1">
              <a:spcBef>
                <a:spcPts val="0"/>
              </a:spcBef>
              <a:spcAft>
                <a:spcPts val="0"/>
              </a:spcAft>
              <a:buClr>
                <a:schemeClr val="lt1"/>
              </a:buClr>
              <a:buSzPts val="6400"/>
              <a:buNone/>
              <a:defRPr sz="6400">
                <a:solidFill>
                  <a:schemeClr val="lt1"/>
                </a:solidFill>
              </a:defRPr>
            </a:lvl2pPr>
            <a:lvl3pPr lvl="2">
              <a:spcBef>
                <a:spcPts val="0"/>
              </a:spcBef>
              <a:spcAft>
                <a:spcPts val="0"/>
              </a:spcAft>
              <a:buClr>
                <a:schemeClr val="lt1"/>
              </a:buClr>
              <a:buSzPts val="6400"/>
              <a:buNone/>
              <a:defRPr sz="6400">
                <a:solidFill>
                  <a:schemeClr val="lt1"/>
                </a:solidFill>
              </a:defRPr>
            </a:lvl3pPr>
            <a:lvl4pPr lvl="3">
              <a:spcBef>
                <a:spcPts val="0"/>
              </a:spcBef>
              <a:spcAft>
                <a:spcPts val="0"/>
              </a:spcAft>
              <a:buClr>
                <a:schemeClr val="lt1"/>
              </a:buClr>
              <a:buSzPts val="6400"/>
              <a:buNone/>
              <a:defRPr sz="6400">
                <a:solidFill>
                  <a:schemeClr val="lt1"/>
                </a:solidFill>
              </a:defRPr>
            </a:lvl4pPr>
            <a:lvl5pPr lvl="4">
              <a:spcBef>
                <a:spcPts val="0"/>
              </a:spcBef>
              <a:spcAft>
                <a:spcPts val="0"/>
              </a:spcAft>
              <a:buClr>
                <a:schemeClr val="lt1"/>
              </a:buClr>
              <a:buSzPts val="6400"/>
              <a:buNone/>
              <a:defRPr sz="6400">
                <a:solidFill>
                  <a:schemeClr val="lt1"/>
                </a:solidFill>
              </a:defRPr>
            </a:lvl5pPr>
            <a:lvl6pPr lvl="5">
              <a:spcBef>
                <a:spcPts val="0"/>
              </a:spcBef>
              <a:spcAft>
                <a:spcPts val="0"/>
              </a:spcAft>
              <a:buClr>
                <a:schemeClr val="lt1"/>
              </a:buClr>
              <a:buSzPts val="6400"/>
              <a:buNone/>
              <a:defRPr sz="6400">
                <a:solidFill>
                  <a:schemeClr val="lt1"/>
                </a:solidFill>
              </a:defRPr>
            </a:lvl6pPr>
            <a:lvl7pPr lvl="6">
              <a:spcBef>
                <a:spcPts val="0"/>
              </a:spcBef>
              <a:spcAft>
                <a:spcPts val="0"/>
              </a:spcAft>
              <a:buClr>
                <a:schemeClr val="lt1"/>
              </a:buClr>
              <a:buSzPts val="6400"/>
              <a:buNone/>
              <a:defRPr sz="6400">
                <a:solidFill>
                  <a:schemeClr val="lt1"/>
                </a:solidFill>
              </a:defRPr>
            </a:lvl7pPr>
            <a:lvl8pPr lvl="7">
              <a:spcBef>
                <a:spcPts val="0"/>
              </a:spcBef>
              <a:spcAft>
                <a:spcPts val="0"/>
              </a:spcAft>
              <a:buClr>
                <a:schemeClr val="lt1"/>
              </a:buClr>
              <a:buSzPts val="6400"/>
              <a:buNone/>
              <a:defRPr sz="6400">
                <a:solidFill>
                  <a:schemeClr val="lt1"/>
                </a:solidFill>
              </a:defRPr>
            </a:lvl8pPr>
            <a:lvl9pPr lvl="8">
              <a:spcBef>
                <a:spcPts val="0"/>
              </a:spcBef>
              <a:spcAft>
                <a:spcPts val="0"/>
              </a:spcAft>
              <a:buClr>
                <a:schemeClr val="lt1"/>
              </a:buClr>
              <a:buSzPts val="6400"/>
              <a:buNone/>
              <a:defRPr sz="6400">
                <a:solidFill>
                  <a:schemeClr val="lt1"/>
                </a:solidFill>
              </a:defRPr>
            </a:lvl9pPr>
          </a:lstStyle>
          <a:p/>
        </p:txBody>
      </p:sp>
      <p:sp>
        <p:nvSpPr>
          <p:cNvPr id="62" name="Google Shape;62;p8"/>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p9"/>
          <p:cNvSpPr/>
          <p:nvPr/>
        </p:nvSpPr>
        <p:spPr>
          <a:xfrm>
            <a:off x="6096000" y="-233"/>
            <a:ext cx="60960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cxnSp>
        <p:nvCxnSpPr>
          <p:cNvPr id="65" name="Google Shape;65;p9"/>
          <p:cNvCxnSpPr/>
          <p:nvPr/>
        </p:nvCxnSpPr>
        <p:spPr>
          <a:xfrm>
            <a:off x="6706233" y="5994000"/>
            <a:ext cx="624300" cy="0"/>
          </a:xfrm>
          <a:prstGeom prst="straightConnector1">
            <a:avLst/>
          </a:prstGeom>
          <a:noFill/>
          <a:ln cap="flat" cmpd="sng" w="19050">
            <a:solidFill>
              <a:schemeClr val="lt1"/>
            </a:solidFill>
            <a:prstDash val="solid"/>
            <a:round/>
            <a:headEnd len="sm" w="sm" type="none"/>
            <a:tailEnd len="sm" w="sm" type="none"/>
          </a:ln>
        </p:spPr>
      </p:cxnSp>
      <p:sp>
        <p:nvSpPr>
          <p:cNvPr id="66" name="Google Shape;66;p9"/>
          <p:cNvSpPr txBox="1"/>
          <p:nvPr>
            <p:ph type="title"/>
          </p:nvPr>
        </p:nvSpPr>
        <p:spPr>
          <a:xfrm>
            <a:off x="354000" y="1534800"/>
            <a:ext cx="5393700" cy="20859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67" name="Google Shape;67;p9"/>
          <p:cNvSpPr txBox="1"/>
          <p:nvPr>
            <p:ph idx="1" type="subTitle"/>
          </p:nvPr>
        </p:nvSpPr>
        <p:spPr>
          <a:xfrm>
            <a:off x="354000" y="3692002"/>
            <a:ext cx="5393700" cy="16923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68" name="Google Shape;68;p9"/>
          <p:cNvSpPr txBox="1"/>
          <p:nvPr>
            <p:ph idx="2" type="body"/>
          </p:nvPr>
        </p:nvSpPr>
        <p:spPr>
          <a:xfrm>
            <a:off x="6586000" y="965600"/>
            <a:ext cx="5115900" cy="49269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Clr>
                <a:schemeClr val="lt1"/>
              </a:buClr>
              <a:buSzPts val="2400"/>
              <a:buChar char="●"/>
              <a:defRPr>
                <a:solidFill>
                  <a:schemeClr val="lt1"/>
                </a:solidFill>
              </a:defRPr>
            </a:lvl1pPr>
            <a:lvl2pPr indent="-349250" lvl="1" marL="914400">
              <a:spcBef>
                <a:spcPts val="0"/>
              </a:spcBef>
              <a:spcAft>
                <a:spcPts val="0"/>
              </a:spcAft>
              <a:buClr>
                <a:schemeClr val="lt1"/>
              </a:buClr>
              <a:buSzPts val="1900"/>
              <a:buChar char="○"/>
              <a:defRPr>
                <a:solidFill>
                  <a:schemeClr val="lt1"/>
                </a:solidFill>
              </a:defRPr>
            </a:lvl2pPr>
            <a:lvl3pPr indent="-349250" lvl="2" marL="1371600">
              <a:spcBef>
                <a:spcPts val="0"/>
              </a:spcBef>
              <a:spcAft>
                <a:spcPts val="0"/>
              </a:spcAft>
              <a:buClr>
                <a:schemeClr val="lt1"/>
              </a:buClr>
              <a:buSzPts val="1900"/>
              <a:buChar char="■"/>
              <a:defRPr>
                <a:solidFill>
                  <a:schemeClr val="lt1"/>
                </a:solidFill>
              </a:defRPr>
            </a:lvl3pPr>
            <a:lvl4pPr indent="-349250" lvl="3" marL="1828800">
              <a:spcBef>
                <a:spcPts val="0"/>
              </a:spcBef>
              <a:spcAft>
                <a:spcPts val="0"/>
              </a:spcAft>
              <a:buClr>
                <a:schemeClr val="lt1"/>
              </a:buClr>
              <a:buSzPts val="1900"/>
              <a:buChar char="●"/>
              <a:defRPr>
                <a:solidFill>
                  <a:schemeClr val="lt1"/>
                </a:solidFill>
              </a:defRPr>
            </a:lvl4pPr>
            <a:lvl5pPr indent="-349250" lvl="4" marL="2286000">
              <a:spcBef>
                <a:spcPts val="0"/>
              </a:spcBef>
              <a:spcAft>
                <a:spcPts val="0"/>
              </a:spcAft>
              <a:buClr>
                <a:schemeClr val="lt1"/>
              </a:buClr>
              <a:buSzPts val="1900"/>
              <a:buChar char="○"/>
              <a:defRPr>
                <a:solidFill>
                  <a:schemeClr val="lt1"/>
                </a:solidFill>
              </a:defRPr>
            </a:lvl5pPr>
            <a:lvl6pPr indent="-349250" lvl="5" marL="2743200">
              <a:spcBef>
                <a:spcPts val="0"/>
              </a:spcBef>
              <a:spcAft>
                <a:spcPts val="0"/>
              </a:spcAft>
              <a:buClr>
                <a:schemeClr val="lt1"/>
              </a:buClr>
              <a:buSzPts val="1900"/>
              <a:buChar char="■"/>
              <a:defRPr>
                <a:solidFill>
                  <a:schemeClr val="lt1"/>
                </a:solidFill>
              </a:defRPr>
            </a:lvl6pPr>
            <a:lvl7pPr indent="-349250" lvl="6" marL="3200400">
              <a:spcBef>
                <a:spcPts val="0"/>
              </a:spcBef>
              <a:spcAft>
                <a:spcPts val="0"/>
              </a:spcAft>
              <a:buClr>
                <a:schemeClr val="lt1"/>
              </a:buClr>
              <a:buSzPts val="1900"/>
              <a:buChar char="●"/>
              <a:defRPr>
                <a:solidFill>
                  <a:schemeClr val="lt1"/>
                </a:solidFill>
              </a:defRPr>
            </a:lvl7pPr>
            <a:lvl8pPr indent="-349250" lvl="7" marL="3657600">
              <a:spcBef>
                <a:spcPts val="0"/>
              </a:spcBef>
              <a:spcAft>
                <a:spcPts val="0"/>
              </a:spcAft>
              <a:buClr>
                <a:schemeClr val="lt1"/>
              </a:buClr>
              <a:buSzPts val="1900"/>
              <a:buChar char="○"/>
              <a:defRPr>
                <a:solidFill>
                  <a:schemeClr val="lt1"/>
                </a:solidFill>
              </a:defRPr>
            </a:lvl8pPr>
            <a:lvl9pPr indent="-349250" lvl="8" marL="4114800">
              <a:spcBef>
                <a:spcPts val="0"/>
              </a:spcBef>
              <a:spcAft>
                <a:spcPts val="0"/>
              </a:spcAft>
              <a:buClr>
                <a:schemeClr val="lt1"/>
              </a:buClr>
              <a:buSzPts val="1900"/>
              <a:buChar char="■"/>
              <a:defRPr>
                <a:solidFill>
                  <a:schemeClr val="lt1"/>
                </a:solidFill>
              </a:defRPr>
            </a:lvl9pPr>
          </a:lstStyle>
          <a:p/>
        </p:txBody>
      </p:sp>
      <p:sp>
        <p:nvSpPr>
          <p:cNvPr id="69" name="Google Shape;69;p9"/>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426000" y="5640767"/>
            <a:ext cx="7998300" cy="7983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72" name="Google Shape;72;p10"/>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130968" y="7"/>
            <a:ext cx="4060732" cy="2707359"/>
            <a:chOff x="6098378" y="5"/>
            <a:chExt cx="3045625" cy="2030570"/>
          </a:xfrm>
        </p:grpSpPr>
        <p:sp>
          <p:nvSpPr>
            <p:cNvPr id="75" name="Google Shape;75;p11"/>
            <p:cNvSpPr/>
            <p:nvPr/>
          </p:nvSpPr>
          <p:spPr>
            <a:xfrm>
              <a:off x="8128803" y="16"/>
              <a:ext cx="1015200" cy="1015200"/>
            </a:xfrm>
            <a:prstGeom prst="rect">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6" name="Google Shape;76;p11"/>
            <p:cNvSpPr/>
            <p:nvPr/>
          </p:nvSpPr>
          <p:spPr>
            <a:xfrm flipH="1">
              <a:off x="7113463" y="5"/>
              <a:ext cx="1015200" cy="1015200"/>
            </a:xfrm>
            <a:prstGeom prst="rtTriangle">
              <a:avLst/>
            </a:prstGeom>
            <a:solidFill>
              <a:schemeClr val="accen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7" name="Google Shape;77;p11"/>
            <p:cNvSpPr/>
            <p:nvPr/>
          </p:nvSpPr>
          <p:spPr>
            <a:xfrm flipH="1" rot="10800000">
              <a:off x="7113588" y="107"/>
              <a:ext cx="1015200" cy="1015200"/>
            </a:xfrm>
            <a:prstGeom prst="rtTriangle">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8" name="Google Shape;78;p11"/>
            <p:cNvSpPr/>
            <p:nvPr/>
          </p:nvSpPr>
          <p:spPr>
            <a:xfrm rot="10800000">
              <a:off x="6098378" y="97"/>
              <a:ext cx="1015200" cy="1015200"/>
            </a:xfrm>
            <a:prstGeom prst="rtTriangle">
              <a:avLst/>
            </a:prstGeom>
            <a:solidFill>
              <a:schemeClr val="accent1"/>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79" name="Google Shape;79;p11"/>
            <p:cNvSpPr/>
            <p:nvPr/>
          </p:nvSpPr>
          <p:spPr>
            <a:xfrm rot="10800000">
              <a:off x="8128789" y="1015375"/>
              <a:ext cx="1015200" cy="1015200"/>
            </a:xfrm>
            <a:prstGeom prst="rtTriangle">
              <a:avLst/>
            </a:prstGeom>
            <a:solidFill>
              <a:schemeClr val="accent6"/>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grpSp>
      <p:sp>
        <p:nvSpPr>
          <p:cNvPr id="80" name="Google Shape;80;p11"/>
          <p:cNvSpPr txBox="1"/>
          <p:nvPr>
            <p:ph hasCustomPrompt="1" type="title"/>
          </p:nvPr>
        </p:nvSpPr>
        <p:spPr>
          <a:xfrm>
            <a:off x="415600" y="1674733"/>
            <a:ext cx="11360700" cy="2707500"/>
          </a:xfrm>
          <a:prstGeom prst="rect">
            <a:avLst/>
          </a:prstGeom>
        </p:spPr>
        <p:txBody>
          <a:bodyPr anchorCtr="0" anchor="b" bIns="121900" lIns="121900" spcFirstLastPara="1" rIns="121900" wrap="square" tIns="121900">
            <a:normAutofit/>
          </a:bodyPr>
          <a:lstStyle>
            <a:lvl1pPr lvl="0" algn="ctr">
              <a:spcBef>
                <a:spcPts val="0"/>
              </a:spcBef>
              <a:spcAft>
                <a:spcPts val="0"/>
              </a:spcAft>
              <a:buClr>
                <a:schemeClr val="lt1"/>
              </a:buClr>
              <a:buSzPts val="16000"/>
              <a:buNone/>
              <a:defRPr sz="16000">
                <a:solidFill>
                  <a:schemeClr val="lt1"/>
                </a:solidFill>
              </a:defRPr>
            </a:lvl1pPr>
            <a:lvl2pPr lvl="1" algn="ctr">
              <a:spcBef>
                <a:spcPts val="0"/>
              </a:spcBef>
              <a:spcAft>
                <a:spcPts val="0"/>
              </a:spcAft>
              <a:buClr>
                <a:schemeClr val="lt1"/>
              </a:buClr>
              <a:buSzPts val="16000"/>
              <a:buNone/>
              <a:defRPr sz="16000">
                <a:solidFill>
                  <a:schemeClr val="lt1"/>
                </a:solidFill>
              </a:defRPr>
            </a:lvl2pPr>
            <a:lvl3pPr lvl="2" algn="ctr">
              <a:spcBef>
                <a:spcPts val="0"/>
              </a:spcBef>
              <a:spcAft>
                <a:spcPts val="0"/>
              </a:spcAft>
              <a:buClr>
                <a:schemeClr val="lt1"/>
              </a:buClr>
              <a:buSzPts val="16000"/>
              <a:buNone/>
              <a:defRPr sz="16000">
                <a:solidFill>
                  <a:schemeClr val="lt1"/>
                </a:solidFill>
              </a:defRPr>
            </a:lvl3pPr>
            <a:lvl4pPr lvl="3" algn="ctr">
              <a:spcBef>
                <a:spcPts val="0"/>
              </a:spcBef>
              <a:spcAft>
                <a:spcPts val="0"/>
              </a:spcAft>
              <a:buClr>
                <a:schemeClr val="lt1"/>
              </a:buClr>
              <a:buSzPts val="16000"/>
              <a:buNone/>
              <a:defRPr sz="16000">
                <a:solidFill>
                  <a:schemeClr val="lt1"/>
                </a:solidFill>
              </a:defRPr>
            </a:lvl4pPr>
            <a:lvl5pPr lvl="4" algn="ctr">
              <a:spcBef>
                <a:spcPts val="0"/>
              </a:spcBef>
              <a:spcAft>
                <a:spcPts val="0"/>
              </a:spcAft>
              <a:buClr>
                <a:schemeClr val="lt1"/>
              </a:buClr>
              <a:buSzPts val="16000"/>
              <a:buNone/>
              <a:defRPr sz="16000">
                <a:solidFill>
                  <a:schemeClr val="lt1"/>
                </a:solidFill>
              </a:defRPr>
            </a:lvl5pPr>
            <a:lvl6pPr lvl="5" algn="ctr">
              <a:spcBef>
                <a:spcPts val="0"/>
              </a:spcBef>
              <a:spcAft>
                <a:spcPts val="0"/>
              </a:spcAft>
              <a:buClr>
                <a:schemeClr val="lt1"/>
              </a:buClr>
              <a:buSzPts val="16000"/>
              <a:buNone/>
              <a:defRPr sz="16000">
                <a:solidFill>
                  <a:schemeClr val="lt1"/>
                </a:solidFill>
              </a:defRPr>
            </a:lvl6pPr>
            <a:lvl7pPr lvl="6" algn="ctr">
              <a:spcBef>
                <a:spcPts val="0"/>
              </a:spcBef>
              <a:spcAft>
                <a:spcPts val="0"/>
              </a:spcAft>
              <a:buClr>
                <a:schemeClr val="lt1"/>
              </a:buClr>
              <a:buSzPts val="16000"/>
              <a:buNone/>
              <a:defRPr sz="16000">
                <a:solidFill>
                  <a:schemeClr val="lt1"/>
                </a:solidFill>
              </a:defRPr>
            </a:lvl7pPr>
            <a:lvl8pPr lvl="7" algn="ctr">
              <a:spcBef>
                <a:spcPts val="0"/>
              </a:spcBef>
              <a:spcAft>
                <a:spcPts val="0"/>
              </a:spcAft>
              <a:buClr>
                <a:schemeClr val="lt1"/>
              </a:buClr>
              <a:buSzPts val="16000"/>
              <a:buNone/>
              <a:defRPr sz="16000">
                <a:solidFill>
                  <a:schemeClr val="lt1"/>
                </a:solidFill>
              </a:defRPr>
            </a:lvl8pPr>
            <a:lvl9pPr lvl="8" algn="ctr">
              <a:spcBef>
                <a:spcPts val="0"/>
              </a:spcBef>
              <a:spcAft>
                <a:spcPts val="0"/>
              </a:spcAft>
              <a:buClr>
                <a:schemeClr val="lt1"/>
              </a:buClr>
              <a:buSzPts val="16000"/>
              <a:buNone/>
              <a:defRPr sz="16000">
                <a:solidFill>
                  <a:schemeClr val="lt1"/>
                </a:solidFill>
              </a:defRPr>
            </a:lvl9pPr>
          </a:lstStyle>
          <a:p>
            <a:r>
              <a:t>xx%</a:t>
            </a:r>
          </a:p>
        </p:txBody>
      </p:sp>
      <p:sp>
        <p:nvSpPr>
          <p:cNvPr id="81" name="Google Shape;81;p11"/>
          <p:cNvSpPr txBox="1"/>
          <p:nvPr>
            <p:ph idx="1" type="body"/>
          </p:nvPr>
        </p:nvSpPr>
        <p:spPr>
          <a:xfrm>
            <a:off x="415600" y="4492300"/>
            <a:ext cx="11360700" cy="17091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Clr>
                <a:schemeClr val="lt1"/>
              </a:buClr>
              <a:buSzPts val="2400"/>
              <a:buChar char="●"/>
              <a:defRPr>
                <a:solidFill>
                  <a:schemeClr val="lt1"/>
                </a:solidFill>
              </a:defRPr>
            </a:lvl1pPr>
            <a:lvl2pPr indent="-349250" lvl="1" marL="914400" algn="ctr">
              <a:spcBef>
                <a:spcPts val="0"/>
              </a:spcBef>
              <a:spcAft>
                <a:spcPts val="0"/>
              </a:spcAft>
              <a:buClr>
                <a:schemeClr val="lt1"/>
              </a:buClr>
              <a:buSzPts val="1900"/>
              <a:buChar char="○"/>
              <a:defRPr>
                <a:solidFill>
                  <a:schemeClr val="lt1"/>
                </a:solidFill>
              </a:defRPr>
            </a:lvl2pPr>
            <a:lvl3pPr indent="-349250" lvl="2" marL="1371600" algn="ctr">
              <a:spcBef>
                <a:spcPts val="0"/>
              </a:spcBef>
              <a:spcAft>
                <a:spcPts val="0"/>
              </a:spcAft>
              <a:buClr>
                <a:schemeClr val="lt1"/>
              </a:buClr>
              <a:buSzPts val="1900"/>
              <a:buChar char="■"/>
              <a:defRPr>
                <a:solidFill>
                  <a:schemeClr val="lt1"/>
                </a:solidFill>
              </a:defRPr>
            </a:lvl3pPr>
            <a:lvl4pPr indent="-349250" lvl="3" marL="1828800" algn="ctr">
              <a:spcBef>
                <a:spcPts val="0"/>
              </a:spcBef>
              <a:spcAft>
                <a:spcPts val="0"/>
              </a:spcAft>
              <a:buClr>
                <a:schemeClr val="lt1"/>
              </a:buClr>
              <a:buSzPts val="1900"/>
              <a:buChar char="●"/>
              <a:defRPr>
                <a:solidFill>
                  <a:schemeClr val="lt1"/>
                </a:solidFill>
              </a:defRPr>
            </a:lvl4pPr>
            <a:lvl5pPr indent="-349250" lvl="4" marL="2286000" algn="ctr">
              <a:spcBef>
                <a:spcPts val="0"/>
              </a:spcBef>
              <a:spcAft>
                <a:spcPts val="0"/>
              </a:spcAft>
              <a:buClr>
                <a:schemeClr val="lt1"/>
              </a:buClr>
              <a:buSzPts val="1900"/>
              <a:buChar char="○"/>
              <a:defRPr>
                <a:solidFill>
                  <a:schemeClr val="lt1"/>
                </a:solidFill>
              </a:defRPr>
            </a:lvl5pPr>
            <a:lvl6pPr indent="-349250" lvl="5" marL="2743200" algn="ctr">
              <a:spcBef>
                <a:spcPts val="0"/>
              </a:spcBef>
              <a:spcAft>
                <a:spcPts val="0"/>
              </a:spcAft>
              <a:buClr>
                <a:schemeClr val="lt1"/>
              </a:buClr>
              <a:buSzPts val="1900"/>
              <a:buChar char="■"/>
              <a:defRPr>
                <a:solidFill>
                  <a:schemeClr val="lt1"/>
                </a:solidFill>
              </a:defRPr>
            </a:lvl6pPr>
            <a:lvl7pPr indent="-349250" lvl="6" marL="3200400" algn="ctr">
              <a:spcBef>
                <a:spcPts val="0"/>
              </a:spcBef>
              <a:spcAft>
                <a:spcPts val="0"/>
              </a:spcAft>
              <a:buClr>
                <a:schemeClr val="lt1"/>
              </a:buClr>
              <a:buSzPts val="1900"/>
              <a:buChar char="●"/>
              <a:defRPr>
                <a:solidFill>
                  <a:schemeClr val="lt1"/>
                </a:solidFill>
              </a:defRPr>
            </a:lvl7pPr>
            <a:lvl8pPr indent="-349250" lvl="7" marL="3657600" algn="ctr">
              <a:spcBef>
                <a:spcPts val="0"/>
              </a:spcBef>
              <a:spcAft>
                <a:spcPts val="0"/>
              </a:spcAft>
              <a:buClr>
                <a:schemeClr val="lt1"/>
              </a:buClr>
              <a:buSzPts val="1900"/>
              <a:buChar char="○"/>
              <a:defRPr>
                <a:solidFill>
                  <a:schemeClr val="lt1"/>
                </a:solidFill>
              </a:defRPr>
            </a:lvl8pPr>
            <a:lvl9pPr indent="-349250" lvl="8" marL="4114800" algn="ctr">
              <a:spcBef>
                <a:spcPts val="0"/>
              </a:spcBef>
              <a:spcAft>
                <a:spcPts val="0"/>
              </a:spcAft>
              <a:buClr>
                <a:schemeClr val="lt1"/>
              </a:buClr>
              <a:buSzPts val="1900"/>
              <a:buChar char="■"/>
              <a:defRPr>
                <a:solidFill>
                  <a:schemeClr val="lt1"/>
                </a:solidFill>
              </a:defRPr>
            </a:lvl9pPr>
          </a:lstStyle>
          <a:p/>
        </p:txBody>
      </p:sp>
      <p:sp>
        <p:nvSpPr>
          <p:cNvPr id="82" name="Google Shape;82;p11"/>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3" name="Shape 83"/>
        <p:cNvGrpSpPr/>
        <p:nvPr/>
      </p:nvGrpSpPr>
      <p:grpSpPr>
        <a:xfrm>
          <a:off x="0" y="0"/>
          <a:ext cx="0" cy="0"/>
          <a:chOff x="0" y="0"/>
          <a:chExt cx="0" cy="0"/>
        </a:xfrm>
      </p:grpSpPr>
      <p:sp>
        <p:nvSpPr>
          <p:cNvPr id="84" name="Google Shape;84;p12"/>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 スライド 1">
  <p:cSld name="1_タイトル スライド">
    <p:spTree>
      <p:nvGrpSpPr>
        <p:cNvPr id="85" name="Shape 85"/>
        <p:cNvGrpSpPr/>
        <p:nvPr/>
      </p:nvGrpSpPr>
      <p:grpSpPr>
        <a:xfrm>
          <a:off x="0" y="0"/>
          <a:ext cx="0" cy="0"/>
          <a:chOff x="0" y="0"/>
          <a:chExt cx="0" cy="0"/>
        </a:xfrm>
      </p:grpSpPr>
      <p:sp>
        <p:nvSpPr>
          <p:cNvPr id="86" name="Google Shape;86;p13"/>
          <p:cNvSpPr txBox="1"/>
          <p:nvPr>
            <p:ph type="ctrTitle"/>
          </p:nvPr>
        </p:nvSpPr>
        <p:spPr>
          <a:xfrm>
            <a:off x="0" y="111971"/>
            <a:ext cx="11707800" cy="430500"/>
          </a:xfrm>
          <a:prstGeom prst="rect">
            <a:avLst/>
          </a:prstGeom>
          <a:noFill/>
          <a:ln>
            <a:noFill/>
          </a:ln>
        </p:spPr>
        <p:txBody>
          <a:bodyPr anchorCtr="0" anchor="b" bIns="45700" lIns="91425" spcFirstLastPara="1" rIns="91425" wrap="square" tIns="45700">
            <a:noAutofit/>
          </a:bodyPr>
          <a:lstStyle>
            <a:lvl1pPr lvl="0" marR="0" algn="l">
              <a:lnSpc>
                <a:spcPct val="90000"/>
              </a:lnSpc>
              <a:spcBef>
                <a:spcPts val="0"/>
              </a:spcBef>
              <a:spcAft>
                <a:spcPts val="0"/>
              </a:spcAft>
              <a:buClr>
                <a:schemeClr val="dk1"/>
              </a:buClr>
              <a:buSzPts val="3600"/>
              <a:buFont typeface="Arial"/>
              <a:buNone/>
              <a:defRPr b="1" i="0" sz="2000" u="none" cap="none" strike="noStrike">
                <a:solidFill>
                  <a:srgbClr val="3F3F3F"/>
                </a:solidFill>
                <a:latin typeface="Meiryo"/>
                <a:ea typeface="Meiryo"/>
                <a:cs typeface="Meiryo"/>
                <a:sym typeface="Meiryo"/>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7" name="Google Shape;87;p13"/>
          <p:cNvSpPr txBox="1"/>
          <p:nvPr>
            <p:ph idx="12" type="sldNum"/>
          </p:nvPr>
        </p:nvSpPr>
        <p:spPr>
          <a:xfrm>
            <a:off x="10940239" y="117484"/>
            <a:ext cx="1251900" cy="3651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9pPr>
          </a:lstStyle>
          <a:p>
            <a:pPr indent="0" lvl="0" marL="0" rtl="0" algn="ctr">
              <a:spcBef>
                <a:spcPts val="0"/>
              </a:spcBef>
              <a:spcAft>
                <a:spcPts val="0"/>
              </a:spcAft>
              <a:buNone/>
            </a:pPr>
            <a:fld id="{00000000-1234-1234-1234-123412341234}" type="slidenum">
              <a:rPr lang="en-US"/>
              <a:t>‹#›</a:t>
            </a:fld>
            <a:endParaRPr/>
          </a:p>
        </p:txBody>
      </p:sp>
      <p:cxnSp>
        <p:nvCxnSpPr>
          <p:cNvPr id="88" name="Google Shape;88;p13"/>
          <p:cNvCxnSpPr/>
          <p:nvPr/>
        </p:nvCxnSpPr>
        <p:spPr>
          <a:xfrm>
            <a:off x="0" y="646424"/>
            <a:ext cx="12204000" cy="0"/>
          </a:xfrm>
          <a:prstGeom prst="straightConnector1">
            <a:avLst/>
          </a:prstGeom>
          <a:noFill/>
          <a:ln cap="flat" cmpd="sng" w="63500">
            <a:solidFill>
              <a:srgbClr val="C4E0B2"/>
            </a:solidFill>
            <a:prstDash val="solid"/>
            <a:miter lim="800000"/>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タイトルのみ 1">
  <p:cSld name="TITLE_ONLY 2">
    <p:spTree>
      <p:nvGrpSpPr>
        <p:cNvPr id="89" name="Shape 89"/>
        <p:cNvGrpSpPr/>
        <p:nvPr/>
      </p:nvGrpSpPr>
      <p:grpSpPr>
        <a:xfrm>
          <a:off x="0" y="0"/>
          <a:ext cx="0" cy="0"/>
          <a:chOff x="0" y="0"/>
          <a:chExt cx="0" cy="0"/>
        </a:xfrm>
      </p:grpSpPr>
      <p:sp>
        <p:nvSpPr>
          <p:cNvPr id="90" name="Google Shape;90;p14"/>
          <p:cNvSpPr txBox="1"/>
          <p:nvPr>
            <p:ph type="title"/>
          </p:nvPr>
        </p:nvSpPr>
        <p:spPr>
          <a:xfrm>
            <a:off x="653373" y="2208743"/>
            <a:ext cx="10167000" cy="695100"/>
          </a:xfrm>
          <a:prstGeom prst="rect">
            <a:avLst/>
          </a:prstGeom>
          <a:noFill/>
          <a:ln>
            <a:noFill/>
          </a:ln>
        </p:spPr>
        <p:txBody>
          <a:bodyPr anchorCtr="0" anchor="ctr" bIns="45700" lIns="91425" spcFirstLastPara="1" rIns="91425" wrap="square" tIns="45700">
            <a:normAutofit/>
          </a:bodyPr>
          <a:lstStyle>
            <a:lvl1pPr lvl="0" marR="0" algn="l">
              <a:lnSpc>
                <a:spcPct val="90000"/>
              </a:lnSpc>
              <a:spcBef>
                <a:spcPts val="0"/>
              </a:spcBef>
              <a:spcAft>
                <a:spcPts val="0"/>
              </a:spcAft>
              <a:buClr>
                <a:schemeClr val="dk1"/>
              </a:buClr>
              <a:buSzPts val="1800"/>
              <a:buFont typeface="Calibri"/>
              <a:buNone/>
              <a:defRPr b="0" i="0" sz="3299" u="none" cap="none" strike="noStrike">
                <a:solidFill>
                  <a:schemeClr val="dk1"/>
                </a:solidFill>
                <a:latin typeface="Meiryo"/>
                <a:ea typeface="Meiryo"/>
                <a:cs typeface="Meiryo"/>
                <a:sym typeface="Meiryo"/>
              </a:defRPr>
            </a:lvl1pPr>
            <a:lvl2pPr lvl="1" marR="0" algn="l">
              <a:lnSpc>
                <a:spcPct val="100000"/>
              </a:lnSpc>
              <a:spcBef>
                <a:spcPts val="0"/>
              </a:spcBef>
              <a:spcAft>
                <a:spcPts val="0"/>
              </a:spcAft>
              <a:buClr>
                <a:srgbClr val="000000"/>
              </a:buClr>
              <a:buSzPts val="1400"/>
              <a:buFont typeface="Arial"/>
              <a:buNone/>
              <a:defRPr b="0" i="0" sz="162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62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62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62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62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62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62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620" u="none" cap="none" strike="noStrike">
                <a:solidFill>
                  <a:srgbClr val="000000"/>
                </a:solidFill>
                <a:latin typeface="Arial"/>
                <a:ea typeface="Arial"/>
                <a:cs typeface="Arial"/>
                <a:sym typeface="Arial"/>
              </a:defRPr>
            </a:lvl9pPr>
          </a:lstStyle>
          <a:p/>
        </p:txBody>
      </p:sp>
      <p:sp>
        <p:nvSpPr>
          <p:cNvPr id="91" name="Google Shape;91;p14"/>
          <p:cNvSpPr txBox="1"/>
          <p:nvPr>
            <p:ph idx="12" type="sldNum"/>
          </p:nvPr>
        </p:nvSpPr>
        <p:spPr>
          <a:xfrm>
            <a:off x="10940239" y="117484"/>
            <a:ext cx="1251900" cy="365100"/>
          </a:xfrm>
          <a:prstGeom prst="rect">
            <a:avLst/>
          </a:prstGeom>
          <a:noFill/>
          <a:ln>
            <a:noFill/>
          </a:ln>
        </p:spPr>
        <p:txBody>
          <a:bodyPr anchorCtr="0" anchor="ctr" bIns="45700" lIns="91425" spcFirstLastPara="1" rIns="91425" wrap="square" tIns="45700">
            <a:noAutofit/>
          </a:bodyPr>
          <a:lstStyle>
            <a:lvl1pPr indent="0" lvl="0"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1pPr>
            <a:lvl2pPr indent="0" lvl="1"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2pPr>
            <a:lvl3pPr indent="0" lvl="2"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3pPr>
            <a:lvl4pPr indent="0" lvl="3"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4pPr>
            <a:lvl5pPr indent="0" lvl="4"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5pPr>
            <a:lvl6pPr indent="0" lvl="5"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6pPr>
            <a:lvl7pPr indent="0" lvl="6"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7pPr>
            <a:lvl8pPr indent="0" lvl="7"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8pPr>
            <a:lvl9pPr indent="0" lvl="8" marL="0" marR="0" algn="ctr">
              <a:lnSpc>
                <a:spcPct val="100000"/>
              </a:lnSpc>
              <a:spcBef>
                <a:spcPts val="0"/>
              </a:spcBef>
              <a:spcAft>
                <a:spcPts val="0"/>
              </a:spcAft>
              <a:buClr>
                <a:srgbClr val="000000"/>
              </a:buClr>
              <a:buSzPts val="1600"/>
              <a:buFont typeface="Arial"/>
              <a:buNone/>
              <a:defRPr b="0" i="0" sz="1600" u="none" cap="none" strike="noStrike">
                <a:solidFill>
                  <a:srgbClr val="000000"/>
                </a:solidFill>
                <a:latin typeface="Meiryo"/>
                <a:ea typeface="Meiryo"/>
                <a:cs typeface="Meiryo"/>
                <a:sym typeface="Meiryo"/>
              </a:defRPr>
            </a:lvl9pPr>
          </a:lstStyle>
          <a:p>
            <a:pPr indent="0" lvl="0" marL="0" rtl="0" algn="ctr">
              <a:spcBef>
                <a:spcPts val="0"/>
              </a:spcBef>
              <a:spcAft>
                <a:spcPts val="0"/>
              </a:spcAft>
              <a:buNone/>
            </a:pPr>
            <a:fld id="{00000000-1234-1234-1234-123412341234}" type="slidenum">
              <a:rPr lang="en-US"/>
              <a:t>‹#›</a:t>
            </a:fld>
            <a:endParaRPr/>
          </a:p>
        </p:txBody>
      </p:sp>
      <p:cxnSp>
        <p:nvCxnSpPr>
          <p:cNvPr id="92" name="Google Shape;92;p14"/>
          <p:cNvCxnSpPr/>
          <p:nvPr/>
        </p:nvCxnSpPr>
        <p:spPr>
          <a:xfrm>
            <a:off x="0" y="646424"/>
            <a:ext cx="12204000" cy="0"/>
          </a:xfrm>
          <a:prstGeom prst="straightConnector1">
            <a:avLst/>
          </a:prstGeom>
          <a:noFill/>
          <a:ln cap="flat" cmpd="sng" w="63500">
            <a:solidFill>
              <a:srgbClr val="C4E0B2"/>
            </a:solidFill>
            <a:prstDash val="solid"/>
            <a:miter lim="800000"/>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15600" y="546667"/>
            <a:ext cx="11360700" cy="8103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1pPr>
            <a:lvl2pPr lvl="1">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2pPr>
            <a:lvl3pPr lvl="2">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3pPr>
            <a:lvl4pPr lvl="3">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4pPr>
            <a:lvl5pPr lvl="4">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5pPr>
            <a:lvl6pPr lvl="5">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6pPr>
            <a:lvl7pPr lvl="6">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7pPr>
            <a:lvl8pPr lvl="7">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8pPr>
            <a:lvl9pPr lvl="8">
              <a:spcBef>
                <a:spcPts val="0"/>
              </a:spcBef>
              <a:spcAft>
                <a:spcPts val="0"/>
              </a:spcAft>
              <a:buClr>
                <a:schemeClr val="dk1"/>
              </a:buClr>
              <a:buSzPts val="4000"/>
              <a:buFont typeface="Roboto"/>
              <a:buNone/>
              <a:defRPr sz="4000">
                <a:solidFill>
                  <a:schemeClr val="dk1"/>
                </a:solidFill>
                <a:latin typeface="Roboto"/>
                <a:ea typeface="Roboto"/>
                <a:cs typeface="Roboto"/>
                <a:sym typeface="Roboto"/>
              </a:defRPr>
            </a:lvl9pPr>
          </a:lstStyle>
          <a:p/>
        </p:txBody>
      </p:sp>
      <p:sp>
        <p:nvSpPr>
          <p:cNvPr id="11" name="Google Shape;11;p1"/>
          <p:cNvSpPr txBox="1"/>
          <p:nvPr>
            <p:ph idx="1" type="body"/>
          </p:nvPr>
        </p:nvSpPr>
        <p:spPr>
          <a:xfrm>
            <a:off x="415600" y="1639833"/>
            <a:ext cx="11360700" cy="44520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Font typeface="Roboto"/>
              <a:buChar char="●"/>
              <a:defRPr sz="2400">
                <a:solidFill>
                  <a:schemeClr val="dk2"/>
                </a:solidFill>
                <a:latin typeface="Roboto"/>
                <a:ea typeface="Roboto"/>
                <a:cs typeface="Roboto"/>
                <a:sym typeface="Roboto"/>
              </a:defRPr>
            </a:lvl1pPr>
            <a:lvl2pPr indent="-349250" lvl="1" marL="9144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2pPr>
            <a:lvl3pPr indent="-349250" lvl="2" marL="13716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3pPr>
            <a:lvl4pPr indent="-349250" lvl="3" marL="18288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4pPr>
            <a:lvl5pPr indent="-349250" lvl="4" marL="22860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5pPr>
            <a:lvl6pPr indent="-349250" lvl="5" marL="27432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6pPr>
            <a:lvl7pPr indent="-349250" lvl="6" marL="32004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7pPr>
            <a:lvl8pPr indent="-349250" lvl="7" marL="36576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8pPr>
            <a:lvl9pPr indent="-349250" lvl="8" marL="4114800">
              <a:lnSpc>
                <a:spcPct val="115000"/>
              </a:lnSpc>
              <a:spcBef>
                <a:spcPts val="0"/>
              </a:spcBef>
              <a:spcAft>
                <a:spcPts val="0"/>
              </a:spcAft>
              <a:buClr>
                <a:schemeClr val="dk2"/>
              </a:buClr>
              <a:buSzPts val="1900"/>
              <a:buFont typeface="Roboto"/>
              <a:buChar char="■"/>
              <a:defRPr sz="1900">
                <a:solidFill>
                  <a:schemeClr val="dk2"/>
                </a:solidFill>
                <a:latin typeface="Roboto"/>
                <a:ea typeface="Roboto"/>
                <a:cs typeface="Roboto"/>
                <a:sym typeface="Roboto"/>
              </a:defRPr>
            </a:lvl9pPr>
          </a:lstStyle>
          <a:p/>
        </p:txBody>
      </p:sp>
      <p:sp>
        <p:nvSpPr>
          <p:cNvPr id="12" name="Google Shape;12;p1"/>
          <p:cNvSpPr txBox="1"/>
          <p:nvPr>
            <p:ph idx="12" type="sldNum"/>
          </p:nvPr>
        </p:nvSpPr>
        <p:spPr>
          <a:xfrm>
            <a:off x="11280575" y="6201587"/>
            <a:ext cx="731700" cy="5247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lt1"/>
                </a:solidFill>
                <a:latin typeface="Roboto"/>
                <a:ea typeface="Roboto"/>
                <a:cs typeface="Roboto"/>
                <a:sym typeface="Roboto"/>
              </a:defRPr>
            </a:lvl1pPr>
            <a:lvl2pPr lvl="1" algn="r">
              <a:buNone/>
              <a:defRPr sz="1300">
                <a:solidFill>
                  <a:schemeClr val="lt1"/>
                </a:solidFill>
                <a:latin typeface="Roboto"/>
                <a:ea typeface="Roboto"/>
                <a:cs typeface="Roboto"/>
                <a:sym typeface="Roboto"/>
              </a:defRPr>
            </a:lvl2pPr>
            <a:lvl3pPr lvl="2" algn="r">
              <a:buNone/>
              <a:defRPr sz="1300">
                <a:solidFill>
                  <a:schemeClr val="lt1"/>
                </a:solidFill>
                <a:latin typeface="Roboto"/>
                <a:ea typeface="Roboto"/>
                <a:cs typeface="Roboto"/>
                <a:sym typeface="Roboto"/>
              </a:defRPr>
            </a:lvl3pPr>
            <a:lvl4pPr lvl="3" algn="r">
              <a:buNone/>
              <a:defRPr sz="1300">
                <a:solidFill>
                  <a:schemeClr val="lt1"/>
                </a:solidFill>
                <a:latin typeface="Roboto"/>
                <a:ea typeface="Roboto"/>
                <a:cs typeface="Roboto"/>
                <a:sym typeface="Roboto"/>
              </a:defRPr>
            </a:lvl4pPr>
            <a:lvl5pPr lvl="4" algn="r">
              <a:buNone/>
              <a:defRPr sz="1300">
                <a:solidFill>
                  <a:schemeClr val="lt1"/>
                </a:solidFill>
                <a:latin typeface="Roboto"/>
                <a:ea typeface="Roboto"/>
                <a:cs typeface="Roboto"/>
                <a:sym typeface="Roboto"/>
              </a:defRPr>
            </a:lvl5pPr>
            <a:lvl6pPr lvl="5" algn="r">
              <a:buNone/>
              <a:defRPr sz="1300">
                <a:solidFill>
                  <a:schemeClr val="lt1"/>
                </a:solidFill>
                <a:latin typeface="Roboto"/>
                <a:ea typeface="Roboto"/>
                <a:cs typeface="Roboto"/>
                <a:sym typeface="Roboto"/>
              </a:defRPr>
            </a:lvl6pPr>
            <a:lvl7pPr lvl="6" algn="r">
              <a:buNone/>
              <a:defRPr sz="1300">
                <a:solidFill>
                  <a:schemeClr val="lt1"/>
                </a:solidFill>
                <a:latin typeface="Roboto"/>
                <a:ea typeface="Roboto"/>
                <a:cs typeface="Roboto"/>
                <a:sym typeface="Roboto"/>
              </a:defRPr>
            </a:lvl7pPr>
            <a:lvl8pPr lvl="7" algn="r">
              <a:buNone/>
              <a:defRPr sz="1300">
                <a:solidFill>
                  <a:schemeClr val="lt1"/>
                </a:solidFill>
                <a:latin typeface="Roboto"/>
                <a:ea typeface="Roboto"/>
                <a:cs typeface="Roboto"/>
                <a:sym typeface="Roboto"/>
              </a:defRPr>
            </a:lvl8pPr>
            <a:lvl9pPr lvl="8" algn="r">
              <a:buNone/>
              <a:defRPr sz="1300">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backlog.com/ja/git-tutorial/" TargetMode="External"/><Relationship Id="rId4" Type="http://schemas.openxmlformats.org/officeDocument/2006/relationships/hyperlink" Target="https://qiita.com/Kazu-K0032/items/fd6745ac4919ce08c027"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1.png"/><Relationship Id="rId4" Type="http://schemas.openxmlformats.org/officeDocument/2006/relationships/hyperlink" Target="https://github.co.jp/"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4.png"/><Relationship Id="rId4" Type="http://schemas.openxmlformats.org/officeDocument/2006/relationships/hyperlink" Target="mailto:hiroki_Nakamura@kewpie.co.jp" TargetMode="External"/><Relationship Id="rId5"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3.png"/><Relationship Id="rId4" Type="http://schemas.openxmlformats.org/officeDocument/2006/relationships/image" Target="../media/image40.png"/><Relationship Id="rId5" Type="http://schemas.openxmlformats.org/officeDocument/2006/relationships/image" Target="../media/image26.png"/><Relationship Id="rId6" Type="http://schemas.openxmlformats.org/officeDocument/2006/relationships/image" Target="../media/image2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31.jpg"/><Relationship Id="rId5" Type="http://schemas.openxmlformats.org/officeDocument/2006/relationships/image" Target="../media/image29.jpg"/><Relationship Id="rId6" Type="http://schemas.openxmlformats.org/officeDocument/2006/relationships/image" Target="../media/image38.jpg"/><Relationship Id="rId7" Type="http://schemas.openxmlformats.org/officeDocument/2006/relationships/image" Target="../media/image3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7.png"/><Relationship Id="rId4" Type="http://schemas.openxmlformats.org/officeDocument/2006/relationships/image" Target="../media/image10.png"/><Relationship Id="rId5" Type="http://schemas.openxmlformats.org/officeDocument/2006/relationships/image" Target="../media/image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0.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hiyokoyarou.com/" TargetMode="External"/><Relationship Id="rId4" Type="http://schemas.openxmlformats.org/officeDocument/2006/relationships/image" Target="../media/image23.png"/><Relationship Id="rId5" Type="http://schemas.openxmlformats.org/officeDocument/2006/relationships/image" Target="../media/image34.png"/><Relationship Id="rId6" Type="http://schemas.openxmlformats.org/officeDocument/2006/relationships/hyperlink" Target="https://icooon-mono.com/category/animal/" TargetMode="External"/><Relationship Id="rId7" Type="http://schemas.openxmlformats.org/officeDocument/2006/relationships/hyperlink" Target="https://www.irasutoya.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7.png"/><Relationship Id="rId4" Type="http://schemas.openxmlformats.org/officeDocument/2006/relationships/image" Target="../media/image10.png"/><Relationship Id="rId5"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forms.gle/LEBm7xNSEGPBLPt87" TargetMode="External"/><Relationship Id="rId4" Type="http://schemas.openxmlformats.org/officeDocument/2006/relationships/hyperlink" Target="https://docs.google.com/spreadsheets/d/1iH8jJIPJvgHiKGzv26MLGr6AZkK3iTy2fq-mD6RwPys/edit?gid=0#gid=0"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44.png"/><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ctrTitle"/>
          </p:nvPr>
        </p:nvSpPr>
        <p:spPr>
          <a:xfrm>
            <a:off x="797467" y="2366963"/>
            <a:ext cx="10962900" cy="1118400"/>
          </a:xfrm>
          <a:prstGeom prst="rect">
            <a:avLst/>
          </a:prstGeom>
        </p:spPr>
        <p:txBody>
          <a:bodyPr anchorCtr="0" anchor="b" bIns="121900" lIns="121900" spcFirstLastPara="1" rIns="121900" wrap="square" tIns="121900">
            <a:normAutofit/>
          </a:bodyPr>
          <a:lstStyle/>
          <a:p>
            <a:pPr indent="0" lvl="0" marL="0" rtl="0" algn="l">
              <a:spcBef>
                <a:spcPts val="0"/>
              </a:spcBef>
              <a:spcAft>
                <a:spcPts val="0"/>
              </a:spcAft>
              <a:buNone/>
            </a:pPr>
            <a:r>
              <a:rPr lang="en-US"/>
              <a:t>GitHubの利用開始</a:t>
            </a:r>
            <a:endParaRPr/>
          </a:p>
        </p:txBody>
      </p:sp>
      <p:sp>
        <p:nvSpPr>
          <p:cNvPr id="99" name="Google Shape;99;p15"/>
          <p:cNvSpPr txBox="1"/>
          <p:nvPr>
            <p:ph idx="1" type="subTitle"/>
          </p:nvPr>
        </p:nvSpPr>
        <p:spPr>
          <a:xfrm>
            <a:off x="797451" y="3621217"/>
            <a:ext cx="10962900" cy="577200"/>
          </a:xfrm>
          <a:prstGeom prst="rect">
            <a:avLst/>
          </a:prstGeom>
        </p:spPr>
        <p:txBody>
          <a:bodyPr anchorCtr="0" anchor="t" bIns="121900" lIns="121900" spcFirstLastPara="1" rIns="121900" wrap="square" tIns="121900">
            <a:noAutofit/>
          </a:bodyPr>
          <a:lstStyle/>
          <a:p>
            <a:pPr indent="0" lvl="0" marL="0" rtl="0" algn="l">
              <a:lnSpc>
                <a:spcPct val="80000"/>
              </a:lnSpc>
              <a:spcBef>
                <a:spcPts val="0"/>
              </a:spcBef>
              <a:spcAft>
                <a:spcPts val="0"/>
              </a:spcAft>
              <a:buSzPts val="523"/>
              <a:buNone/>
            </a:pPr>
            <a:r>
              <a:rPr lang="en-US" sz="1829"/>
              <a:t>戦略的テクニカルチーム</a:t>
            </a:r>
            <a:endParaRPr sz="1829"/>
          </a:p>
          <a:p>
            <a:pPr indent="0" lvl="0" marL="0" rtl="0" algn="l">
              <a:lnSpc>
                <a:spcPct val="80000"/>
              </a:lnSpc>
              <a:spcBef>
                <a:spcPts val="0"/>
              </a:spcBef>
              <a:spcAft>
                <a:spcPts val="0"/>
              </a:spcAft>
              <a:buSzPts val="523"/>
              <a:buNone/>
            </a:pPr>
            <a:r>
              <a:rPr lang="en-US" sz="1829"/>
              <a:t>レベル:3　開示範囲：GitHub利用者（社外ベンダー公開可能）</a:t>
            </a:r>
            <a:endParaRPr sz="1829"/>
          </a:p>
        </p:txBody>
      </p:sp>
      <p:sp>
        <p:nvSpPr>
          <p:cNvPr id="100" name="Google Shape;100;p15"/>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solidFill>
                  <a:schemeClr val="lt1"/>
                </a:solidFill>
              </a:rPr>
              <a:t>‹#›</a:t>
            </a:fld>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事前学習</a:t>
            </a:r>
            <a:endParaRPr/>
          </a:p>
        </p:txBody>
      </p:sp>
      <p:sp>
        <p:nvSpPr>
          <p:cNvPr id="107" name="Google Shape;107;p16"/>
          <p:cNvSpPr txBox="1"/>
          <p:nvPr>
            <p:ph idx="1" type="body"/>
          </p:nvPr>
        </p:nvSpPr>
        <p:spPr>
          <a:xfrm>
            <a:off x="415600" y="1639833"/>
            <a:ext cx="11360700" cy="4452000"/>
          </a:xfrm>
          <a:prstGeom prst="rect">
            <a:avLst/>
          </a:prstGeom>
        </p:spPr>
        <p:txBody>
          <a:bodyPr anchorCtr="0" anchor="t" bIns="121900" lIns="121900" spcFirstLastPara="1" rIns="121900" wrap="square" tIns="121900">
            <a:normAutofit lnSpcReduction="10000"/>
          </a:bodyPr>
          <a:lstStyle/>
          <a:p>
            <a:pPr indent="0" lvl="0" marL="0" rtl="0" algn="l">
              <a:spcBef>
                <a:spcPts val="1400"/>
              </a:spcBef>
              <a:spcAft>
                <a:spcPts val="0"/>
              </a:spcAft>
              <a:buNone/>
            </a:pPr>
            <a:r>
              <a:rPr b="1" lang="en-US" sz="2000">
                <a:solidFill>
                  <a:srgbClr val="000000"/>
                </a:solidFill>
                <a:latin typeface="Arial"/>
                <a:ea typeface="Arial"/>
                <a:cs typeface="Arial"/>
                <a:sym typeface="Arial"/>
              </a:rPr>
              <a:t>必要な知識</a:t>
            </a:r>
            <a:endParaRPr b="1" sz="2000">
              <a:solidFill>
                <a:srgbClr val="000000"/>
              </a:solidFill>
              <a:latin typeface="Arial"/>
              <a:ea typeface="Arial"/>
              <a:cs typeface="Arial"/>
              <a:sym typeface="Arial"/>
            </a:endParaRPr>
          </a:p>
          <a:p>
            <a:pPr indent="-342900" lvl="0" marL="457200" rtl="0" algn="l">
              <a:spcBef>
                <a:spcPts val="1200"/>
              </a:spcBef>
              <a:spcAft>
                <a:spcPts val="0"/>
              </a:spcAft>
              <a:buClr>
                <a:srgbClr val="000000"/>
              </a:buClr>
              <a:buSzPts val="1800"/>
              <a:buFont typeface="Arial"/>
              <a:buChar char="●"/>
            </a:pPr>
            <a:r>
              <a:rPr lang="en-US" sz="1800" u="sng">
                <a:solidFill>
                  <a:schemeClr val="hlink"/>
                </a:solidFill>
                <a:latin typeface="Arial"/>
                <a:ea typeface="Arial"/>
                <a:cs typeface="Arial"/>
                <a:sym typeface="Arial"/>
                <a:hlinkClick r:id="rId3"/>
              </a:rPr>
              <a:t>サル先生のGit入門〜バージョン管理を使いこなそう〜【プロジェクト管理ツールBacklog】</a:t>
            </a:r>
            <a:endParaRPr sz="1800">
              <a:solidFill>
                <a:srgbClr val="000000"/>
              </a:solidFill>
              <a:latin typeface="Arial"/>
              <a:ea typeface="Arial"/>
              <a:cs typeface="Arial"/>
              <a:sym typeface="Arial"/>
            </a:endParaRPr>
          </a:p>
          <a:p>
            <a:pPr indent="0" lvl="0" marL="0" rtl="0" algn="l">
              <a:spcBef>
                <a:spcPts val="1200"/>
              </a:spcBef>
              <a:spcAft>
                <a:spcPts val="0"/>
              </a:spcAft>
              <a:buNone/>
            </a:pPr>
            <a:r>
              <a:rPr b="1" lang="en-US" sz="2000">
                <a:solidFill>
                  <a:srgbClr val="000000"/>
                </a:solidFill>
                <a:latin typeface="Arial"/>
                <a:ea typeface="Arial"/>
                <a:cs typeface="Arial"/>
                <a:sym typeface="Arial"/>
              </a:rPr>
              <a:t>Gitの基本操作（clone, commit, push, pull, branch, mergeなど）</a:t>
            </a:r>
            <a:endParaRPr b="1" sz="2000">
              <a:solidFill>
                <a:srgbClr val="000000"/>
              </a:solidFill>
              <a:latin typeface="Arial"/>
              <a:ea typeface="Arial"/>
              <a:cs typeface="Arial"/>
              <a:sym typeface="Arial"/>
            </a:endParaRPr>
          </a:p>
          <a:p>
            <a:pPr indent="0" lvl="0" marL="0" rtl="0" algn="l">
              <a:spcBef>
                <a:spcPts val="1200"/>
              </a:spcBef>
              <a:spcAft>
                <a:spcPts val="0"/>
              </a:spcAft>
              <a:buNone/>
            </a:pPr>
            <a:r>
              <a:rPr b="1" lang="en-US" sz="2000">
                <a:solidFill>
                  <a:srgbClr val="000000"/>
                </a:solidFill>
                <a:latin typeface="Arial"/>
                <a:ea typeface="Arial"/>
                <a:cs typeface="Arial"/>
                <a:sym typeface="Arial"/>
              </a:rPr>
              <a:t>GitHubの基本概念（リポジトリ、プルリクエスト、Issue、プロジェクト管理）</a:t>
            </a:r>
            <a:endParaRPr b="1" sz="2000">
              <a:solidFill>
                <a:srgbClr val="000000"/>
              </a:solidFill>
              <a:latin typeface="Arial"/>
              <a:ea typeface="Arial"/>
              <a:cs typeface="Arial"/>
              <a:sym typeface="Arial"/>
            </a:endParaRPr>
          </a:p>
          <a:p>
            <a:pPr indent="0" lvl="0" marL="0" rtl="0" algn="l">
              <a:spcBef>
                <a:spcPts val="1200"/>
              </a:spcBef>
              <a:spcAft>
                <a:spcPts val="0"/>
              </a:spcAft>
              <a:buNone/>
            </a:pPr>
            <a:r>
              <a:rPr b="1" lang="en-US" sz="2000">
                <a:solidFill>
                  <a:srgbClr val="000000"/>
                </a:solidFill>
                <a:latin typeface="Arial"/>
                <a:ea typeface="Arial"/>
                <a:cs typeface="Arial"/>
                <a:sym typeface="Arial"/>
              </a:rPr>
              <a:t>セキュリティポリシー（アクセス制御、権限管理）</a:t>
            </a:r>
            <a:endParaRPr b="1" sz="2000">
              <a:solidFill>
                <a:srgbClr val="000000"/>
              </a:solidFill>
              <a:latin typeface="Arial"/>
              <a:ea typeface="Arial"/>
              <a:cs typeface="Arial"/>
              <a:sym typeface="Arial"/>
            </a:endParaRPr>
          </a:p>
          <a:p>
            <a:pPr indent="-330200" lvl="0" marL="457200" rtl="0" algn="l">
              <a:spcBef>
                <a:spcPts val="1200"/>
              </a:spcBef>
              <a:spcAft>
                <a:spcPts val="0"/>
              </a:spcAft>
              <a:buClr>
                <a:srgbClr val="000000"/>
              </a:buClr>
              <a:buSzPts val="1600"/>
              <a:buFont typeface="Arial"/>
              <a:buChar char="●"/>
            </a:pPr>
            <a:r>
              <a:rPr b="1" lang="en-US" sz="1800" u="sng">
                <a:solidFill>
                  <a:schemeClr val="hlink"/>
                </a:solidFill>
                <a:latin typeface="Arial"/>
                <a:ea typeface="Arial"/>
                <a:cs typeface="Arial"/>
                <a:sym typeface="Arial"/>
                <a:hlinkClick r:id="rId4"/>
              </a:rPr>
              <a:t>事例から学ぶ、GitHubの使用に伴う危険性 - Qiita</a:t>
            </a:r>
            <a:endParaRPr b="1" sz="1800">
              <a:solidFill>
                <a:srgbClr val="000000"/>
              </a:solidFill>
              <a:latin typeface="Arial"/>
              <a:ea typeface="Arial"/>
              <a:cs typeface="Arial"/>
              <a:sym typeface="Arial"/>
            </a:endParaRPr>
          </a:p>
          <a:p>
            <a:pPr indent="0" lvl="0" marL="0" rtl="0" algn="l">
              <a:spcBef>
                <a:spcPts val="1200"/>
              </a:spcBef>
              <a:spcAft>
                <a:spcPts val="0"/>
              </a:spcAft>
              <a:buNone/>
            </a:pPr>
            <a:r>
              <a:rPr b="1" lang="en-US" sz="2000">
                <a:solidFill>
                  <a:srgbClr val="000000"/>
                </a:solidFill>
                <a:latin typeface="Arial"/>
                <a:ea typeface="Arial"/>
                <a:cs typeface="Arial"/>
                <a:sym typeface="Arial"/>
              </a:rPr>
              <a:t>当社ではGitHub Teamsプランの為、Enterprise版の強力な権限制御は実施出来ない。</a:t>
            </a:r>
            <a:endParaRPr b="1" sz="2000">
              <a:solidFill>
                <a:srgbClr val="000000"/>
              </a:solidFill>
              <a:latin typeface="Arial"/>
              <a:ea typeface="Arial"/>
              <a:cs typeface="Arial"/>
              <a:sym typeface="Arial"/>
            </a:endParaRPr>
          </a:p>
          <a:p>
            <a:pPr indent="0" lvl="0" marL="0" rtl="0" algn="l">
              <a:spcBef>
                <a:spcPts val="1200"/>
              </a:spcBef>
              <a:spcAft>
                <a:spcPts val="0"/>
              </a:spcAft>
              <a:buNone/>
            </a:pPr>
            <a:r>
              <a:rPr b="1" lang="en-US" sz="2000">
                <a:solidFill>
                  <a:srgbClr val="000000"/>
                </a:solidFill>
                <a:latin typeface="Arial"/>
                <a:ea typeface="Arial"/>
                <a:cs typeface="Arial"/>
                <a:sym typeface="Arial"/>
              </a:rPr>
              <a:t>一人一人が仕組みとリスクを把握した上で、GitHubを運用する事。</a:t>
            </a:r>
            <a:endParaRPr b="1" sz="2000">
              <a:solidFill>
                <a:srgbClr val="000000"/>
              </a:solidFill>
              <a:latin typeface="Arial"/>
              <a:ea typeface="Arial"/>
              <a:cs typeface="Arial"/>
              <a:sym typeface="Arial"/>
            </a:endParaRPr>
          </a:p>
          <a:p>
            <a:pPr indent="0" lvl="0" marL="0" rtl="0" algn="l">
              <a:spcBef>
                <a:spcPts val="1200"/>
              </a:spcBef>
              <a:spcAft>
                <a:spcPts val="1600"/>
              </a:spcAft>
              <a:buNone/>
            </a:pPr>
            <a:r>
              <a:t/>
            </a:r>
            <a:endParaRPr/>
          </a:p>
        </p:txBody>
      </p:sp>
      <p:sp>
        <p:nvSpPr>
          <p:cNvPr id="108" name="Google Shape;108;p16"/>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GitHub申請フロー</a:t>
            </a:r>
            <a:endParaRPr/>
          </a:p>
        </p:txBody>
      </p:sp>
      <p:sp>
        <p:nvSpPr>
          <p:cNvPr id="115" name="Google Shape;115;p17"/>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pic>
        <p:nvPicPr>
          <p:cNvPr id="116" name="Google Shape;116;p17" title="GitHub利用申請フロ.drawio.png"/>
          <p:cNvPicPr preferRelativeResize="0"/>
          <p:nvPr/>
        </p:nvPicPr>
        <p:blipFill rotWithShape="1">
          <a:blip r:embed="rId3">
            <a:alphaModFix/>
          </a:blip>
          <a:srcRect b="0" l="0" r="0" t="13985"/>
          <a:stretch/>
        </p:blipFill>
        <p:spPr>
          <a:xfrm>
            <a:off x="415600" y="1526275"/>
            <a:ext cx="11252950" cy="4384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797467" y="2869796"/>
            <a:ext cx="10962900" cy="1118400"/>
          </a:xfrm>
          <a:prstGeom prst="rect">
            <a:avLst/>
          </a:prstGeom>
        </p:spPr>
        <p:txBody>
          <a:bodyPr anchorCtr="0" anchor="ctr" bIns="121900" lIns="121900" spcFirstLastPara="1" rIns="121900" wrap="square" tIns="121900">
            <a:normAutofit/>
          </a:bodyPr>
          <a:lstStyle/>
          <a:p>
            <a:pPr indent="0" lvl="0" marL="0" rtl="0" algn="l">
              <a:spcBef>
                <a:spcPts val="0"/>
              </a:spcBef>
              <a:spcAft>
                <a:spcPts val="0"/>
              </a:spcAft>
              <a:buNone/>
            </a:pPr>
            <a:r>
              <a:rPr lang="en-US"/>
              <a:t>GitHubアカウントの作成</a:t>
            </a:r>
            <a:endParaRPr/>
          </a:p>
        </p:txBody>
      </p:sp>
      <p:sp>
        <p:nvSpPr>
          <p:cNvPr id="123" name="Google Shape;123;p18"/>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GitHubアカウントの作成</a:t>
            </a:r>
            <a:endParaRPr/>
          </a:p>
        </p:txBody>
      </p:sp>
      <p:sp>
        <p:nvSpPr>
          <p:cNvPr id="130" name="Google Shape;130;p19"/>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pic>
        <p:nvPicPr>
          <p:cNvPr id="131" name="Google Shape;131;p19"/>
          <p:cNvPicPr preferRelativeResize="0"/>
          <p:nvPr/>
        </p:nvPicPr>
        <p:blipFill>
          <a:blip r:embed="rId3">
            <a:alphaModFix/>
          </a:blip>
          <a:stretch>
            <a:fillRect/>
          </a:stretch>
        </p:blipFill>
        <p:spPr>
          <a:xfrm>
            <a:off x="415602" y="1639825"/>
            <a:ext cx="5917634" cy="4452000"/>
          </a:xfrm>
          <a:prstGeom prst="rect">
            <a:avLst/>
          </a:prstGeom>
          <a:noFill/>
          <a:ln>
            <a:noFill/>
          </a:ln>
        </p:spPr>
      </p:pic>
      <p:sp>
        <p:nvSpPr>
          <p:cNvPr id="132" name="Google Shape;132;p19"/>
          <p:cNvSpPr txBox="1"/>
          <p:nvPr>
            <p:ph idx="4294967295" type="body"/>
          </p:nvPr>
        </p:nvSpPr>
        <p:spPr>
          <a:xfrm>
            <a:off x="6443200" y="1639967"/>
            <a:ext cx="5333100" cy="4452000"/>
          </a:xfrm>
          <a:prstGeom prst="rect">
            <a:avLst/>
          </a:prstGeom>
        </p:spPr>
        <p:txBody>
          <a:bodyPr anchorCtr="0" anchor="t" bIns="121900" lIns="121900" spcFirstLastPara="1" rIns="121900" wrap="square" tIns="121900">
            <a:normAutofit/>
          </a:bodyPr>
          <a:lstStyle/>
          <a:p>
            <a:pPr indent="0" lvl="0" marL="0" rtl="0" algn="l">
              <a:lnSpc>
                <a:spcPct val="100000"/>
              </a:lnSpc>
              <a:spcBef>
                <a:spcPts val="0"/>
              </a:spcBef>
              <a:spcAft>
                <a:spcPts val="0"/>
              </a:spcAft>
              <a:buNone/>
            </a:pPr>
            <a:r>
              <a:rPr lang="en-US" u="sng">
                <a:solidFill>
                  <a:schemeClr val="accent5"/>
                </a:solidFill>
                <a:latin typeface="Arial"/>
                <a:ea typeface="Arial"/>
                <a:cs typeface="Arial"/>
                <a:sym typeface="Arial"/>
                <a:hlinkClick r:id="rId4">
                  <a:extLst>
                    <a:ext uri="{A12FA001-AC4F-418D-AE19-62706E023703}">
                      <ahyp:hlinkClr val="tx"/>
                    </a:ext>
                  </a:extLst>
                </a:hlinkClick>
              </a:rPr>
              <a:t>https://github.co.jp/</a:t>
            </a:r>
            <a:endParaRPr/>
          </a:p>
          <a:p>
            <a:pPr indent="0" lvl="0" marL="0" rtl="0" algn="l">
              <a:lnSpc>
                <a:spcPct val="100000"/>
              </a:lnSpc>
              <a:spcBef>
                <a:spcPts val="0"/>
              </a:spcBef>
              <a:spcAft>
                <a:spcPts val="0"/>
              </a:spcAft>
              <a:buNone/>
            </a:pPr>
            <a:r>
              <a:rPr lang="en-US"/>
              <a:t>にアクセスし、アカウントを作成する。</a:t>
            </a:r>
            <a:endParaRPr/>
          </a:p>
        </p:txBody>
      </p:sp>
      <p:sp>
        <p:nvSpPr>
          <p:cNvPr id="133" name="Google Shape;133;p19"/>
          <p:cNvSpPr/>
          <p:nvPr/>
        </p:nvSpPr>
        <p:spPr>
          <a:xfrm>
            <a:off x="3219613" y="5032963"/>
            <a:ext cx="309600" cy="288600"/>
          </a:xfrm>
          <a:prstGeom prst="ellipse">
            <a:avLst/>
          </a:prstGeom>
          <a:noFill/>
          <a:ln cap="flat" cmpd="sng" w="2857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0"/>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GitHubアカウントの作成</a:t>
            </a:r>
            <a:endParaRPr/>
          </a:p>
        </p:txBody>
      </p:sp>
      <p:sp>
        <p:nvSpPr>
          <p:cNvPr id="140" name="Google Shape;140;p20"/>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141" name="Google Shape;141;p20"/>
          <p:cNvSpPr txBox="1"/>
          <p:nvPr/>
        </p:nvSpPr>
        <p:spPr>
          <a:xfrm>
            <a:off x="364065" y="1293910"/>
            <a:ext cx="114639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GitHubに初めてログインする場合はアカウント作成画面に遷移する。入力の上、Continueをクリックする。</a:t>
            </a:r>
            <a:endParaRPr b="0" i="0" sz="1400" u="none" cap="none" strike="noStrike">
              <a:solidFill>
                <a:schemeClr val="dk1"/>
              </a:solidFill>
              <a:latin typeface="Meiryo"/>
              <a:ea typeface="Meiryo"/>
              <a:cs typeface="Meiryo"/>
              <a:sym typeface="Meiryo"/>
            </a:endParaRPr>
          </a:p>
        </p:txBody>
      </p:sp>
      <p:pic>
        <p:nvPicPr>
          <p:cNvPr descr="グラフィカル ユーザー インターフェイス, Web サイト&#10;&#10;自動的に生成された説明" id="142" name="Google Shape;142;p20"/>
          <p:cNvPicPr preferRelativeResize="0"/>
          <p:nvPr/>
        </p:nvPicPr>
        <p:blipFill rotWithShape="1">
          <a:blip r:embed="rId3">
            <a:alphaModFix/>
          </a:blip>
          <a:srcRect b="0" l="0" r="0" t="0"/>
          <a:stretch/>
        </p:blipFill>
        <p:spPr>
          <a:xfrm>
            <a:off x="364065" y="2045447"/>
            <a:ext cx="7543987" cy="4066681"/>
          </a:xfrm>
          <a:prstGeom prst="rect">
            <a:avLst/>
          </a:prstGeom>
          <a:noFill/>
          <a:ln>
            <a:noFill/>
          </a:ln>
          <a:effectLst>
            <a:outerShdw blurRad="292100" rotWithShape="0" algn="tl" dir="2700000" dist="139700">
              <a:srgbClr val="333333">
                <a:alpha val="64709"/>
              </a:srgbClr>
            </a:outerShdw>
          </a:effectLst>
        </p:spPr>
      </p:pic>
      <p:sp>
        <p:nvSpPr>
          <p:cNvPr id="143" name="Google Shape;143;p20"/>
          <p:cNvSpPr/>
          <p:nvPr/>
        </p:nvSpPr>
        <p:spPr>
          <a:xfrm>
            <a:off x="4866260" y="2267023"/>
            <a:ext cx="2167500" cy="22347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
        <p:nvSpPr>
          <p:cNvPr id="144" name="Google Shape;144;p20"/>
          <p:cNvSpPr txBox="1"/>
          <p:nvPr/>
        </p:nvSpPr>
        <p:spPr>
          <a:xfrm>
            <a:off x="7737231" y="2261622"/>
            <a:ext cx="4242000" cy="3694200"/>
          </a:xfrm>
          <a:prstGeom prst="rect">
            <a:avLst/>
          </a:prstGeom>
          <a:gradFill>
            <a:gsLst>
              <a:gs pos="0">
                <a:srgbClr val="FFED74"/>
              </a:gs>
              <a:gs pos="35000">
                <a:srgbClr val="FFF09F"/>
              </a:gs>
              <a:gs pos="100000">
                <a:srgbClr val="FFF9D6"/>
              </a:gs>
            </a:gsLst>
            <a:lin ang="16200038" scaled="0"/>
          </a:gradFill>
          <a:ln cap="flat" cmpd="sng" w="9525">
            <a:solidFill>
              <a:srgbClr val="FFBE00"/>
            </a:solidFill>
            <a:prstDash val="solid"/>
            <a:round/>
            <a:headEnd len="sm" w="sm" type="none"/>
            <a:tailEnd len="sm" w="sm" type="none"/>
          </a:ln>
          <a:effectLst>
            <a:outerShdw blurRad="40000" rotWithShape="0" dir="5400000" dist="20000">
              <a:srgbClr val="000000">
                <a:alpha val="37650"/>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例）</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Email：</a:t>
            </a:r>
            <a:r>
              <a:rPr b="0" i="0" lang="en-US" sz="1400" u="sng" cap="none" strike="noStrike">
                <a:solidFill>
                  <a:schemeClr val="dk1"/>
                </a:solidFill>
                <a:latin typeface="Meiryo"/>
                <a:ea typeface="Meiryo"/>
                <a:cs typeface="Meiryo"/>
                <a:sym typeface="Meiryo"/>
                <a:hlinkClick r:id="rId4">
                  <a:extLst>
                    <a:ext uri="{A12FA001-AC4F-418D-AE19-62706E023703}">
                      <ahyp:hlinkClr val="tx"/>
                    </a:ext>
                  </a:extLst>
                </a:hlinkClick>
              </a:rPr>
              <a:t>hiroki_Nakamura@kewpie.co.jp</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Pasword：情報機器・システム利用規定に準ずる</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（2025/01/27時点では以下の通り）</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Username：</a:t>
            </a:r>
            <a:r>
              <a:rPr b="0" i="0" lang="en-US" sz="2000" u="none" cap="none" strike="noStrike">
                <a:solidFill>
                  <a:srgbClr val="FF0000"/>
                </a:solidFill>
                <a:highlight>
                  <a:srgbClr val="00EA6F"/>
                </a:highlight>
                <a:latin typeface="Meiryo"/>
                <a:ea typeface="Meiryo"/>
                <a:cs typeface="Meiryo"/>
                <a:sym typeface="Meiryo"/>
              </a:rPr>
              <a:t>TOs-HirokiNakamura</a:t>
            </a:r>
            <a:endParaRPr b="0" i="0" sz="2000" u="none" cap="none" strike="noStrike">
              <a:solidFill>
                <a:srgbClr val="FF0000"/>
              </a:solidFill>
              <a:highlight>
                <a:srgbClr val="00EA6F"/>
              </a:highlight>
              <a:latin typeface="Meiryo"/>
              <a:ea typeface="Meiryo"/>
              <a:cs typeface="Meiryo"/>
              <a:sym typeface="Meiryo"/>
            </a:endParaRPr>
          </a:p>
          <a:p>
            <a:pPr indent="0" lvl="0" marL="0" marR="0" rtl="0" algn="l">
              <a:lnSpc>
                <a:spcPct val="100000"/>
              </a:lnSpc>
              <a:spcBef>
                <a:spcPts val="0"/>
              </a:spcBef>
              <a:spcAft>
                <a:spcPts val="0"/>
              </a:spcAft>
              <a:buNone/>
            </a:pPr>
            <a:r>
              <a:t/>
            </a:r>
            <a:endParaRPr b="0" i="0" sz="2000" u="none" cap="none" strike="noStrike">
              <a:solidFill>
                <a:srgbClr val="FF0000"/>
              </a:solidFill>
              <a:highlight>
                <a:srgbClr val="00EA6F"/>
              </a:highlight>
              <a:latin typeface="Meiryo"/>
              <a:ea typeface="Meiryo"/>
              <a:cs typeface="Meiryo"/>
              <a:sym typeface="Meiryo"/>
            </a:endParaRPr>
          </a:p>
          <a:p>
            <a:pPr indent="0" lvl="0" marL="0" marR="0" rtl="0" algn="l">
              <a:lnSpc>
                <a:spcPct val="100000"/>
              </a:lnSpc>
              <a:spcBef>
                <a:spcPts val="0"/>
              </a:spcBef>
              <a:spcAft>
                <a:spcPts val="0"/>
              </a:spcAft>
              <a:buNone/>
            </a:pPr>
            <a:r>
              <a:rPr b="0" i="0" lang="en-US" sz="2000" u="none" cap="none" strike="noStrike">
                <a:solidFill>
                  <a:srgbClr val="FF0000"/>
                </a:solidFill>
                <a:highlight>
                  <a:srgbClr val="00EA6F"/>
                </a:highlight>
                <a:latin typeface="Meiryo"/>
                <a:ea typeface="Meiryo"/>
                <a:cs typeface="Meiryo"/>
                <a:sym typeface="Meiryo"/>
              </a:rPr>
              <a:t>会社名を最初に入れて下さい！！</a:t>
            </a:r>
            <a:endParaRPr b="0" i="0" sz="2000" u="none" cap="none" strike="noStrike">
              <a:solidFill>
                <a:srgbClr val="FF0000"/>
              </a:solidFill>
              <a:highlight>
                <a:srgbClr val="00EA6F"/>
              </a:highlight>
              <a:latin typeface="Meiryo"/>
              <a:ea typeface="Meiryo"/>
              <a:cs typeface="Meiryo"/>
              <a:sym typeface="Meiryo"/>
            </a:endParaRPr>
          </a:p>
          <a:p>
            <a:pPr indent="0" lvl="0" marL="0" marR="0" rtl="0" algn="l">
              <a:lnSpc>
                <a:spcPct val="100000"/>
              </a:lnSpc>
              <a:spcBef>
                <a:spcPts val="0"/>
              </a:spcBef>
              <a:spcAft>
                <a:spcPts val="0"/>
              </a:spcAft>
              <a:buNone/>
            </a:pPr>
            <a:r>
              <a:rPr lang="en-US" sz="2000">
                <a:solidFill>
                  <a:srgbClr val="FF0000"/>
                </a:solidFill>
                <a:highlight>
                  <a:srgbClr val="00EA6F"/>
                </a:highlight>
                <a:latin typeface="Meiryo"/>
                <a:ea typeface="Meiryo"/>
                <a:cs typeface="Meiryo"/>
                <a:sym typeface="Meiryo"/>
              </a:rPr>
              <a:t>TOs, QP</a:t>
            </a:r>
            <a:endParaRPr sz="2000">
              <a:solidFill>
                <a:srgbClr val="FF0000"/>
              </a:solidFill>
              <a:highlight>
                <a:srgbClr val="00EA6F"/>
              </a:highlight>
              <a:latin typeface="Meiryo"/>
              <a:ea typeface="Meiryo"/>
              <a:cs typeface="Meiryo"/>
              <a:sym typeface="Meiryo"/>
            </a:endParaRPr>
          </a:p>
        </p:txBody>
      </p:sp>
      <p:pic>
        <p:nvPicPr>
          <p:cNvPr id="145" name="Google Shape;145;p20"/>
          <p:cNvPicPr preferRelativeResize="0"/>
          <p:nvPr/>
        </p:nvPicPr>
        <p:blipFill rotWithShape="1">
          <a:blip r:embed="rId5">
            <a:alphaModFix/>
          </a:blip>
          <a:srcRect b="0" l="0" r="0" t="0"/>
          <a:stretch/>
        </p:blipFill>
        <p:spPr>
          <a:xfrm>
            <a:off x="8463393" y="3539532"/>
            <a:ext cx="2476846" cy="800212"/>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146" name="Google Shape;146;p20"/>
          <p:cNvSpPr/>
          <p:nvPr/>
        </p:nvSpPr>
        <p:spPr>
          <a:xfrm>
            <a:off x="9935000" y="7004400"/>
            <a:ext cx="849600" cy="849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GitHubアカウントの作成</a:t>
            </a:r>
            <a:endParaRPr/>
          </a:p>
        </p:txBody>
      </p:sp>
      <p:sp>
        <p:nvSpPr>
          <p:cNvPr id="153" name="Google Shape;153;p21"/>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154" name="Google Shape;154;p21"/>
          <p:cNvSpPr txBox="1"/>
          <p:nvPr/>
        </p:nvSpPr>
        <p:spPr>
          <a:xfrm>
            <a:off x="364065" y="1293910"/>
            <a:ext cx="54597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認証メールが届いたらワンタイムパスワードをコピーする。</a:t>
            </a:r>
            <a:endParaRPr b="0" i="0" sz="1400" u="none" cap="none" strike="noStrike">
              <a:solidFill>
                <a:schemeClr val="dk1"/>
              </a:solidFill>
              <a:latin typeface="Meiryo"/>
              <a:ea typeface="Meiryo"/>
              <a:cs typeface="Meiryo"/>
              <a:sym typeface="Meiryo"/>
            </a:endParaRPr>
          </a:p>
        </p:txBody>
      </p:sp>
      <p:sp>
        <p:nvSpPr>
          <p:cNvPr id="155" name="Google Shape;155;p21"/>
          <p:cNvSpPr txBox="1"/>
          <p:nvPr/>
        </p:nvSpPr>
        <p:spPr>
          <a:xfrm>
            <a:off x="6095998" y="1293910"/>
            <a:ext cx="54597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ワンタイムパスワードをブラウザ画面にペーストする。</a:t>
            </a:r>
            <a:endParaRPr b="0" i="0" sz="1400" u="none" cap="none" strike="noStrike">
              <a:solidFill>
                <a:srgbClr val="FF0000"/>
              </a:solidFill>
              <a:latin typeface="Meiryo"/>
              <a:ea typeface="Meiryo"/>
              <a:cs typeface="Meiryo"/>
              <a:sym typeface="Meiryo"/>
            </a:endParaRPr>
          </a:p>
        </p:txBody>
      </p:sp>
      <p:pic>
        <p:nvPicPr>
          <p:cNvPr descr="グラフィカル ユーザー インターフェイス, テキスト, アプリケーション&#10;&#10;自動的に生成された説明" id="156" name="Google Shape;156;p21"/>
          <p:cNvPicPr preferRelativeResize="0"/>
          <p:nvPr/>
        </p:nvPicPr>
        <p:blipFill rotWithShape="1">
          <a:blip r:embed="rId3">
            <a:alphaModFix/>
          </a:blip>
          <a:srcRect b="0" l="0" r="0" t="0"/>
          <a:stretch/>
        </p:blipFill>
        <p:spPr>
          <a:xfrm>
            <a:off x="6095998" y="1990914"/>
            <a:ext cx="5593203" cy="3666308"/>
          </a:xfrm>
          <a:prstGeom prst="rect">
            <a:avLst/>
          </a:prstGeom>
          <a:noFill/>
          <a:ln>
            <a:noFill/>
          </a:ln>
          <a:effectLst>
            <a:outerShdw blurRad="292100" rotWithShape="0" algn="tl" dir="2700000" dist="139700">
              <a:srgbClr val="333333">
                <a:alpha val="64709"/>
              </a:srgbClr>
            </a:outerShdw>
          </a:effectLst>
        </p:spPr>
      </p:pic>
      <p:pic>
        <p:nvPicPr>
          <p:cNvPr id="157" name="Google Shape;157;p21"/>
          <p:cNvPicPr preferRelativeResize="0"/>
          <p:nvPr/>
        </p:nvPicPr>
        <p:blipFill rotWithShape="1">
          <a:blip r:embed="rId4">
            <a:alphaModFix/>
          </a:blip>
          <a:srcRect b="0" l="0" r="0" t="0"/>
          <a:stretch/>
        </p:blipFill>
        <p:spPr>
          <a:xfrm>
            <a:off x="364065" y="2045448"/>
            <a:ext cx="5076689" cy="3611774"/>
          </a:xfrm>
          <a:prstGeom prst="rect">
            <a:avLst/>
          </a:prstGeom>
          <a:noFill/>
          <a:ln>
            <a:noFill/>
          </a:ln>
          <a:effectLst>
            <a:outerShdw blurRad="292100" rotWithShape="0" algn="tl" dir="2700000" dist="139700">
              <a:srgbClr val="333333">
                <a:alpha val="64709"/>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2"/>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GitHubアカウントの作成</a:t>
            </a:r>
            <a:endParaRPr/>
          </a:p>
        </p:txBody>
      </p:sp>
      <p:sp>
        <p:nvSpPr>
          <p:cNvPr id="164" name="Google Shape;164;p22"/>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165" name="Google Shape;165;p22"/>
          <p:cNvSpPr txBox="1"/>
          <p:nvPr/>
        </p:nvSpPr>
        <p:spPr>
          <a:xfrm>
            <a:off x="364066" y="1293910"/>
            <a:ext cx="5007000" cy="523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メールアドレスとパスワードを入力して「Sign in」をクリックする。</a:t>
            </a:r>
            <a:endParaRPr b="0" i="0" sz="1400" u="none" cap="none" strike="noStrike">
              <a:solidFill>
                <a:schemeClr val="dk1"/>
              </a:solidFill>
              <a:latin typeface="Meiryo"/>
              <a:ea typeface="Meiryo"/>
              <a:cs typeface="Meiryo"/>
              <a:sym typeface="Meiryo"/>
            </a:endParaRPr>
          </a:p>
        </p:txBody>
      </p:sp>
      <p:pic>
        <p:nvPicPr>
          <p:cNvPr id="166" name="Google Shape;166;p22"/>
          <p:cNvPicPr preferRelativeResize="0"/>
          <p:nvPr/>
        </p:nvPicPr>
        <p:blipFill rotWithShape="1">
          <a:blip r:embed="rId3">
            <a:alphaModFix/>
          </a:blip>
          <a:srcRect b="0" l="790" r="21702" t="0"/>
          <a:stretch/>
        </p:blipFill>
        <p:spPr>
          <a:xfrm>
            <a:off x="6096000" y="1962917"/>
            <a:ext cx="5742603" cy="4271215"/>
          </a:xfrm>
          <a:prstGeom prst="rect">
            <a:avLst/>
          </a:prstGeom>
          <a:noFill/>
          <a:ln>
            <a:noFill/>
          </a:ln>
          <a:effectLst>
            <a:outerShdw blurRad="292100" rotWithShape="0" algn="tl" dir="2700000" dist="139700">
              <a:srgbClr val="333333">
                <a:alpha val="64709"/>
              </a:srgbClr>
            </a:outerShdw>
          </a:effectLst>
        </p:spPr>
      </p:pic>
      <p:pic>
        <p:nvPicPr>
          <p:cNvPr id="167" name="Google Shape;167;p22"/>
          <p:cNvPicPr preferRelativeResize="0"/>
          <p:nvPr/>
        </p:nvPicPr>
        <p:blipFill rotWithShape="1">
          <a:blip r:embed="rId4">
            <a:alphaModFix/>
          </a:blip>
          <a:srcRect b="0" l="753" r="1408" t="1497"/>
          <a:stretch/>
        </p:blipFill>
        <p:spPr>
          <a:xfrm>
            <a:off x="364066" y="1962917"/>
            <a:ext cx="5348172" cy="4271216"/>
          </a:xfrm>
          <a:prstGeom prst="rect">
            <a:avLst/>
          </a:prstGeom>
          <a:noFill/>
          <a:ln>
            <a:noFill/>
          </a:ln>
          <a:effectLst>
            <a:outerShdw blurRad="292100" rotWithShape="0" algn="tl" dir="2700000" dist="139700">
              <a:srgbClr val="333333">
                <a:alpha val="64709"/>
              </a:srgbClr>
            </a:outerShdw>
          </a:effectLst>
        </p:spPr>
      </p:pic>
      <p:sp>
        <p:nvSpPr>
          <p:cNvPr id="168" name="Google Shape;168;p22"/>
          <p:cNvSpPr txBox="1"/>
          <p:nvPr/>
        </p:nvSpPr>
        <p:spPr>
          <a:xfrm>
            <a:off x="6095998" y="1293910"/>
            <a:ext cx="54597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GitHubのアカウントを作成することが出来ました。</a:t>
            </a:r>
            <a:endParaRPr b="0" i="0" sz="1400" u="none" cap="none" strike="noStrike">
              <a:solidFill>
                <a:srgbClr val="FF0000"/>
              </a:solidFill>
              <a:latin typeface="Meiryo"/>
              <a:ea typeface="Meiryo"/>
              <a:cs typeface="Meiryo"/>
              <a:sym typeface="Meiryo"/>
            </a:endParaRPr>
          </a:p>
        </p:txBody>
      </p:sp>
      <p:sp>
        <p:nvSpPr>
          <p:cNvPr id="169" name="Google Shape;169;p22"/>
          <p:cNvSpPr/>
          <p:nvPr/>
        </p:nvSpPr>
        <p:spPr>
          <a:xfrm>
            <a:off x="1954359" y="4873452"/>
            <a:ext cx="2167500" cy="4221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pic>
        <p:nvPicPr>
          <p:cNvPr descr="グラフィカル ユーザー インターフェイス, テキスト, アプリケーション&#10;&#10;自動的に生成された説明" id="170" name="Google Shape;170;p22"/>
          <p:cNvPicPr preferRelativeResize="0"/>
          <p:nvPr/>
        </p:nvPicPr>
        <p:blipFill rotWithShape="1">
          <a:blip r:embed="rId5">
            <a:alphaModFix/>
          </a:blip>
          <a:srcRect b="31661" l="29401" r="29528" t="13052"/>
          <a:stretch/>
        </p:blipFill>
        <p:spPr>
          <a:xfrm>
            <a:off x="7745462" y="3046941"/>
            <a:ext cx="4093141" cy="291882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3"/>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GitHubアカウントの作成</a:t>
            </a:r>
            <a:endParaRPr/>
          </a:p>
        </p:txBody>
      </p:sp>
      <p:sp>
        <p:nvSpPr>
          <p:cNvPr id="177" name="Google Shape;177;p23"/>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178" name="Google Shape;178;p23"/>
          <p:cNvSpPr txBox="1"/>
          <p:nvPr/>
        </p:nvSpPr>
        <p:spPr>
          <a:xfrm>
            <a:off x="364087" y="1293900"/>
            <a:ext cx="114489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a:solidFill>
                  <a:schemeClr val="dk1"/>
                </a:solidFill>
                <a:latin typeface="Meiryo"/>
                <a:ea typeface="Meiryo"/>
                <a:cs typeface="Meiryo"/>
                <a:sym typeface="Meiryo"/>
              </a:rPr>
              <a:t>既にアカウントを持っている場合は以下の手順でアカウント名に社名を入れて下さい（社外ベンダーにも連絡）</a:t>
            </a:r>
            <a:endParaRPr b="0" i="0" sz="1400" u="none" cap="none" strike="noStrike">
              <a:solidFill>
                <a:schemeClr val="dk1"/>
              </a:solidFill>
              <a:latin typeface="Meiryo"/>
              <a:ea typeface="Meiryo"/>
              <a:cs typeface="Meiryo"/>
              <a:sym typeface="Meiryo"/>
            </a:endParaRPr>
          </a:p>
        </p:txBody>
      </p:sp>
      <p:pic>
        <p:nvPicPr>
          <p:cNvPr id="179" name="Google Shape;179;p23"/>
          <p:cNvPicPr preferRelativeResize="0"/>
          <p:nvPr/>
        </p:nvPicPr>
        <p:blipFill>
          <a:blip r:embed="rId3">
            <a:alphaModFix/>
          </a:blip>
          <a:stretch>
            <a:fillRect/>
          </a:stretch>
        </p:blipFill>
        <p:spPr>
          <a:xfrm>
            <a:off x="639425" y="1817100"/>
            <a:ext cx="4423226" cy="4441500"/>
          </a:xfrm>
          <a:prstGeom prst="rect">
            <a:avLst/>
          </a:prstGeom>
          <a:noFill/>
          <a:ln>
            <a:noFill/>
          </a:ln>
        </p:spPr>
      </p:pic>
      <p:pic>
        <p:nvPicPr>
          <p:cNvPr id="180" name="Google Shape;180;p23"/>
          <p:cNvPicPr preferRelativeResize="0"/>
          <p:nvPr/>
        </p:nvPicPr>
        <p:blipFill>
          <a:blip r:embed="rId4">
            <a:alphaModFix/>
          </a:blip>
          <a:stretch>
            <a:fillRect/>
          </a:stretch>
        </p:blipFill>
        <p:spPr>
          <a:xfrm>
            <a:off x="5140576" y="1817110"/>
            <a:ext cx="6842549" cy="347052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GitHubアカウントの作成</a:t>
            </a:r>
            <a:endParaRPr/>
          </a:p>
        </p:txBody>
      </p:sp>
      <p:sp>
        <p:nvSpPr>
          <p:cNvPr id="187" name="Google Shape;187;p24"/>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pic>
        <p:nvPicPr>
          <p:cNvPr id="188" name="Google Shape;188;p24"/>
          <p:cNvPicPr preferRelativeResize="0"/>
          <p:nvPr/>
        </p:nvPicPr>
        <p:blipFill>
          <a:blip r:embed="rId3">
            <a:alphaModFix/>
          </a:blip>
          <a:stretch>
            <a:fillRect/>
          </a:stretch>
        </p:blipFill>
        <p:spPr>
          <a:xfrm>
            <a:off x="415600" y="1847910"/>
            <a:ext cx="6010275" cy="3533775"/>
          </a:xfrm>
          <a:prstGeom prst="rect">
            <a:avLst/>
          </a:prstGeom>
          <a:noFill/>
          <a:ln>
            <a:noFill/>
          </a:ln>
        </p:spPr>
      </p:pic>
      <p:pic>
        <p:nvPicPr>
          <p:cNvPr id="189" name="Google Shape;189;p24"/>
          <p:cNvPicPr preferRelativeResize="0"/>
          <p:nvPr/>
        </p:nvPicPr>
        <p:blipFill>
          <a:blip r:embed="rId4">
            <a:alphaModFix/>
          </a:blip>
          <a:stretch>
            <a:fillRect/>
          </a:stretch>
        </p:blipFill>
        <p:spPr>
          <a:xfrm>
            <a:off x="6550950" y="1864079"/>
            <a:ext cx="5461326" cy="2674277"/>
          </a:xfrm>
          <a:prstGeom prst="rect">
            <a:avLst/>
          </a:prstGeom>
          <a:noFill/>
          <a:ln>
            <a:noFill/>
          </a:ln>
        </p:spPr>
      </p:pic>
      <p:sp>
        <p:nvSpPr>
          <p:cNvPr id="190" name="Google Shape;190;p24"/>
          <p:cNvSpPr txBox="1"/>
          <p:nvPr/>
        </p:nvSpPr>
        <p:spPr>
          <a:xfrm>
            <a:off x="364087" y="1293900"/>
            <a:ext cx="114489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a:solidFill>
                  <a:schemeClr val="dk1"/>
                </a:solidFill>
                <a:latin typeface="Meiryo"/>
                <a:ea typeface="Meiryo"/>
                <a:cs typeface="Meiryo"/>
                <a:sym typeface="Meiryo"/>
              </a:rPr>
              <a:t>既にアカウントを持っている場合は以下の手順でアカウント名に社名を入れて下さい（社外ベンダーにも連絡）</a:t>
            </a:r>
            <a:endParaRPr b="0" i="0" sz="1400" u="none" cap="none" strike="noStrike">
              <a:solidFill>
                <a:schemeClr val="dk1"/>
              </a:solidFill>
              <a:latin typeface="Meiryo"/>
              <a:ea typeface="Meiryo"/>
              <a:cs typeface="Meiryo"/>
              <a:sym typeface="Meiry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5"/>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2段階認証の有効化</a:t>
            </a:r>
            <a:endParaRPr/>
          </a:p>
        </p:txBody>
      </p:sp>
      <p:sp>
        <p:nvSpPr>
          <p:cNvPr id="197" name="Google Shape;197;p25"/>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198" name="Google Shape;198;p25"/>
          <p:cNvSpPr txBox="1"/>
          <p:nvPr/>
        </p:nvSpPr>
        <p:spPr>
          <a:xfrm>
            <a:off x="364066" y="1293910"/>
            <a:ext cx="5007000" cy="523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右上のユーザーアイコンをクリックし、setting(設定）をクリックしてください。</a:t>
            </a:r>
            <a:endParaRPr b="0" i="0" sz="1400" u="none" cap="none" strike="noStrike">
              <a:solidFill>
                <a:schemeClr val="dk1"/>
              </a:solidFill>
              <a:latin typeface="Meiryo"/>
              <a:ea typeface="Meiryo"/>
              <a:cs typeface="Meiryo"/>
              <a:sym typeface="Meiryo"/>
            </a:endParaRPr>
          </a:p>
        </p:txBody>
      </p:sp>
      <p:pic>
        <p:nvPicPr>
          <p:cNvPr id="199" name="Google Shape;199;p25"/>
          <p:cNvPicPr preferRelativeResize="0"/>
          <p:nvPr/>
        </p:nvPicPr>
        <p:blipFill rotWithShape="1">
          <a:blip r:embed="rId3">
            <a:alphaModFix/>
          </a:blip>
          <a:srcRect b="0" l="0" r="0" t="0"/>
          <a:stretch/>
        </p:blipFill>
        <p:spPr>
          <a:xfrm>
            <a:off x="364066" y="1969233"/>
            <a:ext cx="5731933" cy="4348103"/>
          </a:xfrm>
          <a:prstGeom prst="rect">
            <a:avLst/>
          </a:prstGeom>
          <a:noFill/>
          <a:ln>
            <a:noFill/>
          </a:ln>
          <a:effectLst>
            <a:outerShdw blurRad="292100" rotWithShape="0" algn="tl" dir="2700000" dist="139700">
              <a:srgbClr val="333333">
                <a:alpha val="64709"/>
              </a:srgbClr>
            </a:outerShdw>
          </a:effectLst>
        </p:spPr>
      </p:pic>
      <p:pic>
        <p:nvPicPr>
          <p:cNvPr id="200" name="Google Shape;200;p25"/>
          <p:cNvPicPr preferRelativeResize="0"/>
          <p:nvPr/>
        </p:nvPicPr>
        <p:blipFill rotWithShape="1">
          <a:blip r:embed="rId4">
            <a:alphaModFix/>
          </a:blip>
          <a:srcRect b="0" l="0" r="0" t="0"/>
          <a:stretch/>
        </p:blipFill>
        <p:spPr>
          <a:xfrm>
            <a:off x="6541184" y="3086275"/>
            <a:ext cx="5487815" cy="1953993"/>
          </a:xfrm>
          <a:prstGeom prst="rect">
            <a:avLst/>
          </a:prstGeom>
          <a:solidFill>
            <a:srgbClr val="ECECEC"/>
          </a:solidFill>
          <a:ln cap="sq" cmpd="sng" w="88900">
            <a:solidFill>
              <a:srgbClr val="FFFF00"/>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201" name="Google Shape;201;p25"/>
          <p:cNvSpPr/>
          <p:nvPr/>
        </p:nvSpPr>
        <p:spPr>
          <a:xfrm>
            <a:off x="4097903" y="4834649"/>
            <a:ext cx="1160700" cy="3315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cxnSp>
        <p:nvCxnSpPr>
          <p:cNvPr id="202" name="Google Shape;202;p25"/>
          <p:cNvCxnSpPr>
            <a:stCxn id="200" idx="1"/>
            <a:endCxn id="201" idx="0"/>
          </p:cNvCxnSpPr>
          <p:nvPr/>
        </p:nvCxnSpPr>
        <p:spPr>
          <a:xfrm flipH="1">
            <a:off x="4678184" y="4063271"/>
            <a:ext cx="1863000" cy="771300"/>
          </a:xfrm>
          <a:prstGeom prst="straightConnector1">
            <a:avLst/>
          </a:prstGeom>
          <a:noFill/>
          <a:ln cap="flat" cmpd="sng" w="76200">
            <a:solidFill>
              <a:srgbClr val="FFFF00"/>
            </a:solidFill>
            <a:prstDash val="solid"/>
            <a:round/>
            <a:headEnd len="sm" w="sm" type="none"/>
            <a:tailEnd len="sm" w="sm" type="none"/>
          </a:ln>
        </p:spPr>
      </p:cxnSp>
      <p:cxnSp>
        <p:nvCxnSpPr>
          <p:cNvPr id="203" name="Google Shape;203;p25"/>
          <p:cNvCxnSpPr>
            <a:stCxn id="200" idx="2"/>
            <a:endCxn id="201" idx="3"/>
          </p:cNvCxnSpPr>
          <p:nvPr/>
        </p:nvCxnSpPr>
        <p:spPr>
          <a:xfrm rot="10800000">
            <a:off x="5258491" y="5000368"/>
            <a:ext cx="4026600" cy="39900"/>
          </a:xfrm>
          <a:prstGeom prst="straightConnector1">
            <a:avLst/>
          </a:prstGeom>
          <a:noFill/>
          <a:ln cap="flat" cmpd="sng" w="76200">
            <a:solidFill>
              <a:srgbClr val="FFFF00"/>
            </a:solidFill>
            <a:prstDash val="solid"/>
            <a:round/>
            <a:headEnd len="sm" w="sm" type="none"/>
            <a:tailEnd len="sm" w="sm" type="none"/>
          </a:ln>
        </p:spPr>
      </p:cxnSp>
      <p:sp>
        <p:nvSpPr>
          <p:cNvPr id="204" name="Google Shape;204;p25"/>
          <p:cNvSpPr txBox="1"/>
          <p:nvPr/>
        </p:nvSpPr>
        <p:spPr>
          <a:xfrm>
            <a:off x="6946199" y="1446025"/>
            <a:ext cx="4388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0000"/>
                </a:solidFill>
                <a:latin typeface="Meiryo"/>
                <a:ea typeface="Meiryo"/>
                <a:cs typeface="Meiryo"/>
                <a:sym typeface="Meiryo"/>
              </a:rPr>
              <a:t>ホーム画面の2段階認証を有効化ボタンを押した際の画面と、本操作で行ける画面は同じです。</a:t>
            </a:r>
            <a:endParaRPr b="0" i="0" sz="1400" u="none" cap="none" strike="noStrike">
              <a:solidFill>
                <a:srgbClr val="FF0000"/>
              </a:solidFill>
              <a:latin typeface="Meiryo"/>
              <a:ea typeface="Meiryo"/>
              <a:cs typeface="Meiryo"/>
              <a:sym typeface="Meiry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6"/>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2段階認証の有効化</a:t>
            </a:r>
            <a:endParaRPr/>
          </a:p>
        </p:txBody>
      </p:sp>
      <p:sp>
        <p:nvSpPr>
          <p:cNvPr id="211" name="Google Shape;211;p26"/>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212" name="Google Shape;212;p26"/>
          <p:cNvSpPr txBox="1"/>
          <p:nvPr/>
        </p:nvSpPr>
        <p:spPr>
          <a:xfrm>
            <a:off x="364066" y="1293910"/>
            <a:ext cx="5007000" cy="7389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左側のメニューから「Password and authentication」をクリックしてください。</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Meiryo"/>
              <a:ea typeface="Meiryo"/>
              <a:cs typeface="Meiryo"/>
              <a:sym typeface="Meiryo"/>
            </a:endParaRPr>
          </a:p>
        </p:txBody>
      </p:sp>
      <p:sp>
        <p:nvSpPr>
          <p:cNvPr id="213" name="Google Shape;213;p26"/>
          <p:cNvSpPr txBox="1"/>
          <p:nvPr/>
        </p:nvSpPr>
        <p:spPr>
          <a:xfrm>
            <a:off x="6095998" y="1293910"/>
            <a:ext cx="5459700" cy="523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「Enable two factor authentication(2要素認証を有効化）」する」をクリックしてください。</a:t>
            </a:r>
            <a:endParaRPr b="0" i="0" sz="1400" u="none" cap="none" strike="noStrike">
              <a:solidFill>
                <a:srgbClr val="FF0000"/>
              </a:solidFill>
              <a:latin typeface="Meiryo"/>
              <a:ea typeface="Meiryo"/>
              <a:cs typeface="Meiryo"/>
              <a:sym typeface="Meiryo"/>
            </a:endParaRPr>
          </a:p>
        </p:txBody>
      </p:sp>
      <p:pic>
        <p:nvPicPr>
          <p:cNvPr id="214" name="Google Shape;214;p26"/>
          <p:cNvPicPr preferRelativeResize="0"/>
          <p:nvPr/>
        </p:nvPicPr>
        <p:blipFill rotWithShape="1">
          <a:blip r:embed="rId3">
            <a:alphaModFix/>
          </a:blip>
          <a:srcRect b="0" l="0" r="0" t="0"/>
          <a:stretch/>
        </p:blipFill>
        <p:spPr>
          <a:xfrm>
            <a:off x="6095998" y="1989350"/>
            <a:ext cx="5770910" cy="3878052"/>
          </a:xfrm>
          <a:prstGeom prst="rect">
            <a:avLst/>
          </a:prstGeom>
          <a:noFill/>
          <a:ln>
            <a:noFill/>
          </a:ln>
        </p:spPr>
      </p:pic>
      <p:sp>
        <p:nvSpPr>
          <p:cNvPr id="215" name="Google Shape;215;p26"/>
          <p:cNvSpPr/>
          <p:nvPr/>
        </p:nvSpPr>
        <p:spPr>
          <a:xfrm>
            <a:off x="7476850" y="4211651"/>
            <a:ext cx="2812800" cy="4974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pic>
        <p:nvPicPr>
          <p:cNvPr id="216" name="Google Shape;216;p26"/>
          <p:cNvPicPr preferRelativeResize="0"/>
          <p:nvPr/>
        </p:nvPicPr>
        <p:blipFill rotWithShape="1">
          <a:blip r:embed="rId4">
            <a:alphaModFix/>
          </a:blip>
          <a:srcRect b="10290" l="0" r="0" t="3813"/>
          <a:stretch/>
        </p:blipFill>
        <p:spPr>
          <a:xfrm>
            <a:off x="364064" y="1989348"/>
            <a:ext cx="4998757" cy="3975033"/>
          </a:xfrm>
          <a:prstGeom prst="rect">
            <a:avLst/>
          </a:prstGeom>
          <a:noFill/>
          <a:ln>
            <a:noFill/>
          </a:ln>
          <a:effectLst>
            <a:outerShdw blurRad="292100" rotWithShape="0" algn="tl" dir="2700000" dist="139700">
              <a:srgbClr val="333333">
                <a:alpha val="64709"/>
              </a:srgbClr>
            </a:outerShdw>
          </a:effectLst>
        </p:spPr>
      </p:pic>
      <p:sp>
        <p:nvSpPr>
          <p:cNvPr id="217" name="Google Shape;217;p26"/>
          <p:cNvSpPr/>
          <p:nvPr/>
        </p:nvSpPr>
        <p:spPr>
          <a:xfrm>
            <a:off x="1176495" y="5065196"/>
            <a:ext cx="2812800" cy="4974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7"/>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2段階認証の有効化</a:t>
            </a:r>
            <a:endParaRPr/>
          </a:p>
        </p:txBody>
      </p:sp>
      <p:sp>
        <p:nvSpPr>
          <p:cNvPr id="224" name="Google Shape;224;p27"/>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225" name="Google Shape;225;p27"/>
          <p:cNvSpPr txBox="1"/>
          <p:nvPr/>
        </p:nvSpPr>
        <p:spPr>
          <a:xfrm>
            <a:off x="364066" y="1293910"/>
            <a:ext cx="5007000" cy="523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右上のユーザーアイコンをクリックし、setting(設定）をクリックしてください。</a:t>
            </a:r>
            <a:endParaRPr b="0" i="0" sz="1400" u="none" cap="none" strike="noStrike">
              <a:solidFill>
                <a:schemeClr val="dk1"/>
              </a:solidFill>
              <a:latin typeface="Meiryo"/>
              <a:ea typeface="Meiryo"/>
              <a:cs typeface="Meiryo"/>
              <a:sym typeface="Meiryo"/>
            </a:endParaRPr>
          </a:p>
        </p:txBody>
      </p:sp>
      <p:sp>
        <p:nvSpPr>
          <p:cNvPr id="226" name="Google Shape;226;p27"/>
          <p:cNvSpPr txBox="1"/>
          <p:nvPr/>
        </p:nvSpPr>
        <p:spPr>
          <a:xfrm>
            <a:off x="6095998" y="1293910"/>
            <a:ext cx="5459700" cy="523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Google AuthenticatorでQRコードを読み込んでください。</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0" i="0" lang="en-US" sz="1400" u="none" cap="none" strike="noStrike">
                <a:solidFill>
                  <a:srgbClr val="FF0000"/>
                </a:solidFill>
                <a:latin typeface="Meiryo"/>
                <a:ea typeface="Meiryo"/>
                <a:cs typeface="Meiryo"/>
                <a:sym typeface="Meiryo"/>
              </a:rPr>
              <a:t>※Google Authenticatorが無い場合は</a:t>
            </a:r>
            <a:r>
              <a:rPr lang="en-US">
                <a:solidFill>
                  <a:srgbClr val="FF0000"/>
                </a:solidFill>
                <a:latin typeface="Meiryo"/>
                <a:ea typeface="Meiryo"/>
                <a:cs typeface="Meiryo"/>
                <a:sym typeface="Meiryo"/>
              </a:rPr>
              <a:t>追加してください。</a:t>
            </a:r>
            <a:endParaRPr b="0" i="0" sz="1400" u="none" cap="none" strike="noStrike">
              <a:solidFill>
                <a:srgbClr val="FF0000"/>
              </a:solidFill>
              <a:latin typeface="Meiryo"/>
              <a:ea typeface="Meiryo"/>
              <a:cs typeface="Meiryo"/>
              <a:sym typeface="Meiryo"/>
            </a:endParaRPr>
          </a:p>
        </p:txBody>
      </p:sp>
      <p:pic>
        <p:nvPicPr>
          <p:cNvPr id="227" name="Google Shape;227;p27"/>
          <p:cNvPicPr preferRelativeResize="0"/>
          <p:nvPr/>
        </p:nvPicPr>
        <p:blipFill rotWithShape="1">
          <a:blip r:embed="rId3">
            <a:alphaModFix/>
          </a:blip>
          <a:srcRect b="0" l="4757" r="3759" t="0"/>
          <a:stretch/>
        </p:blipFill>
        <p:spPr>
          <a:xfrm>
            <a:off x="364066" y="2004995"/>
            <a:ext cx="5068927" cy="4337588"/>
          </a:xfrm>
          <a:prstGeom prst="rect">
            <a:avLst/>
          </a:prstGeom>
          <a:noFill/>
          <a:ln>
            <a:noFill/>
          </a:ln>
        </p:spPr>
      </p:pic>
      <p:pic>
        <p:nvPicPr>
          <p:cNvPr id="228" name="Google Shape;228;p27"/>
          <p:cNvPicPr preferRelativeResize="0"/>
          <p:nvPr/>
        </p:nvPicPr>
        <p:blipFill rotWithShape="1">
          <a:blip r:embed="rId4">
            <a:alphaModFix/>
          </a:blip>
          <a:srcRect b="0" l="945" r="6332" t="0"/>
          <a:stretch/>
        </p:blipFill>
        <p:spPr>
          <a:xfrm>
            <a:off x="6106514" y="2032982"/>
            <a:ext cx="5447616" cy="4164618"/>
          </a:xfrm>
          <a:prstGeom prst="rect">
            <a:avLst/>
          </a:prstGeom>
          <a:noFill/>
          <a:ln>
            <a:noFill/>
          </a:ln>
          <a:effectLst>
            <a:outerShdw blurRad="292100" rotWithShape="0" algn="tl" dir="2700000" dist="139700">
              <a:srgbClr val="333333">
                <a:alpha val="64709"/>
              </a:srgbClr>
            </a:outerShdw>
          </a:effectLst>
        </p:spPr>
      </p:pic>
      <p:sp>
        <p:nvSpPr>
          <p:cNvPr id="229" name="Google Shape;229;p27"/>
          <p:cNvSpPr/>
          <p:nvPr/>
        </p:nvSpPr>
        <p:spPr>
          <a:xfrm>
            <a:off x="10940238" y="2151780"/>
            <a:ext cx="436800" cy="4044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pic>
        <p:nvPicPr>
          <p:cNvPr id="230" name="Google Shape;230;p27"/>
          <p:cNvPicPr preferRelativeResize="0"/>
          <p:nvPr/>
        </p:nvPicPr>
        <p:blipFill rotWithShape="1">
          <a:blip r:embed="rId5">
            <a:alphaModFix/>
          </a:blip>
          <a:srcRect b="0" l="0" r="0" t="0"/>
          <a:stretch/>
        </p:blipFill>
        <p:spPr>
          <a:xfrm>
            <a:off x="2341638" y="1988980"/>
            <a:ext cx="3324499" cy="1355095"/>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231" name="Google Shape;231;p27"/>
          <p:cNvSpPr/>
          <p:nvPr/>
        </p:nvSpPr>
        <p:spPr>
          <a:xfrm>
            <a:off x="4003887" y="2134322"/>
            <a:ext cx="669600" cy="6960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8"/>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2段階認証の有効化</a:t>
            </a:r>
            <a:endParaRPr/>
          </a:p>
        </p:txBody>
      </p:sp>
      <p:sp>
        <p:nvSpPr>
          <p:cNvPr id="238" name="Google Shape;238;p28"/>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pic>
        <p:nvPicPr>
          <p:cNvPr id="239" name="Google Shape;239;p28"/>
          <p:cNvPicPr preferRelativeResize="0"/>
          <p:nvPr/>
        </p:nvPicPr>
        <p:blipFill rotWithShape="1">
          <a:blip r:embed="rId3">
            <a:alphaModFix/>
          </a:blip>
          <a:srcRect b="0" l="0" r="0" t="0"/>
          <a:stretch/>
        </p:blipFill>
        <p:spPr>
          <a:xfrm>
            <a:off x="364066" y="2032983"/>
            <a:ext cx="5007123" cy="3572812"/>
          </a:xfrm>
          <a:prstGeom prst="rect">
            <a:avLst/>
          </a:prstGeom>
          <a:noFill/>
          <a:ln>
            <a:noFill/>
          </a:ln>
          <a:effectLst>
            <a:outerShdw blurRad="292100" rotWithShape="0" algn="tl" dir="2700000" dist="139700">
              <a:srgbClr val="333333">
                <a:alpha val="64709"/>
              </a:srgbClr>
            </a:outerShdw>
          </a:effectLst>
        </p:spPr>
      </p:pic>
      <p:sp>
        <p:nvSpPr>
          <p:cNvPr id="240" name="Google Shape;240;p28"/>
          <p:cNvSpPr txBox="1"/>
          <p:nvPr/>
        </p:nvSpPr>
        <p:spPr>
          <a:xfrm>
            <a:off x="364066" y="1293910"/>
            <a:ext cx="50070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追加された認証キーを画面の入力欄にコピーしてください。</a:t>
            </a:r>
            <a:endParaRPr b="0" i="0" sz="1400" u="none" cap="none" strike="noStrike">
              <a:solidFill>
                <a:schemeClr val="dk1"/>
              </a:solidFill>
              <a:latin typeface="Meiryo"/>
              <a:ea typeface="Meiryo"/>
              <a:cs typeface="Meiryo"/>
              <a:sym typeface="Meiryo"/>
            </a:endParaRPr>
          </a:p>
        </p:txBody>
      </p:sp>
      <p:sp>
        <p:nvSpPr>
          <p:cNvPr id="241" name="Google Shape;241;p28"/>
          <p:cNvSpPr/>
          <p:nvPr/>
        </p:nvSpPr>
        <p:spPr>
          <a:xfrm>
            <a:off x="3388425" y="3132109"/>
            <a:ext cx="1605600" cy="5781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
        <p:nvSpPr>
          <p:cNvPr id="242" name="Google Shape;242;p28"/>
          <p:cNvSpPr/>
          <p:nvPr/>
        </p:nvSpPr>
        <p:spPr>
          <a:xfrm>
            <a:off x="1236978" y="4756639"/>
            <a:ext cx="1163400" cy="4338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cxnSp>
        <p:nvCxnSpPr>
          <p:cNvPr id="243" name="Google Shape;243;p28"/>
          <p:cNvCxnSpPr>
            <a:stCxn id="242" idx="0"/>
            <a:endCxn id="241" idx="2"/>
          </p:cNvCxnSpPr>
          <p:nvPr/>
        </p:nvCxnSpPr>
        <p:spPr>
          <a:xfrm flipH="1" rot="10800000">
            <a:off x="1818678" y="3710239"/>
            <a:ext cx="2372400" cy="1046400"/>
          </a:xfrm>
          <a:prstGeom prst="straightConnector1">
            <a:avLst/>
          </a:prstGeom>
          <a:noFill/>
          <a:ln cap="flat" cmpd="sng" w="76200">
            <a:solidFill>
              <a:srgbClr val="FFFF00"/>
            </a:solidFill>
            <a:prstDash val="solid"/>
            <a:round/>
            <a:headEnd len="sm" w="sm" type="none"/>
            <a:tailEnd len="sm" w="sm" type="none"/>
          </a:ln>
        </p:spPr>
      </p:cxnSp>
      <p:grpSp>
        <p:nvGrpSpPr>
          <p:cNvPr id="244" name="Google Shape;244;p28"/>
          <p:cNvGrpSpPr/>
          <p:nvPr/>
        </p:nvGrpSpPr>
        <p:grpSpPr>
          <a:xfrm>
            <a:off x="6096136" y="2033028"/>
            <a:ext cx="5469985" cy="3409535"/>
            <a:chOff x="6096000" y="2032983"/>
            <a:chExt cx="5731934" cy="3572812"/>
          </a:xfrm>
        </p:grpSpPr>
        <p:pic>
          <p:nvPicPr>
            <p:cNvPr id="245" name="Google Shape;245;p28"/>
            <p:cNvPicPr preferRelativeResize="0"/>
            <p:nvPr/>
          </p:nvPicPr>
          <p:blipFill rotWithShape="1">
            <a:blip r:embed="rId4">
              <a:alphaModFix/>
            </a:blip>
            <a:srcRect b="0" l="0" r="0" t="0"/>
            <a:stretch/>
          </p:blipFill>
          <p:spPr>
            <a:xfrm>
              <a:off x="6096000" y="2032983"/>
              <a:ext cx="5731934" cy="1642388"/>
            </a:xfrm>
            <a:prstGeom prst="rect">
              <a:avLst/>
            </a:prstGeom>
            <a:noFill/>
            <a:ln>
              <a:noFill/>
            </a:ln>
          </p:spPr>
        </p:pic>
        <p:pic>
          <p:nvPicPr>
            <p:cNvPr id="246" name="Google Shape;246;p28"/>
            <p:cNvPicPr preferRelativeResize="0"/>
            <p:nvPr/>
          </p:nvPicPr>
          <p:blipFill rotWithShape="1">
            <a:blip r:embed="rId5">
              <a:alphaModFix/>
            </a:blip>
            <a:srcRect b="0" l="0" r="0" t="0"/>
            <a:stretch/>
          </p:blipFill>
          <p:spPr>
            <a:xfrm>
              <a:off x="6096000" y="5131120"/>
              <a:ext cx="5731934" cy="474675"/>
            </a:xfrm>
            <a:prstGeom prst="rect">
              <a:avLst/>
            </a:prstGeom>
            <a:noFill/>
            <a:ln>
              <a:noFill/>
            </a:ln>
          </p:spPr>
        </p:pic>
        <p:sp>
          <p:nvSpPr>
            <p:cNvPr id="247" name="Google Shape;247;p28"/>
            <p:cNvSpPr/>
            <p:nvPr/>
          </p:nvSpPr>
          <p:spPr>
            <a:xfrm>
              <a:off x="6096000" y="3675371"/>
              <a:ext cx="5731800" cy="1455600"/>
            </a:xfrm>
            <a:prstGeom prst="rect">
              <a:avLst/>
            </a:prstGeom>
            <a:gradFill>
              <a:gsLst>
                <a:gs pos="0">
                  <a:srgbClr val="D8D8D8"/>
                </a:gs>
                <a:gs pos="35000">
                  <a:srgbClr val="E3E3E3"/>
                </a:gs>
                <a:gs pos="100000">
                  <a:srgbClr val="F4F4F4"/>
                </a:gs>
              </a:gsLst>
              <a:lin ang="16200038" scaled="0"/>
            </a:gradFill>
            <a:ln cap="flat" cmpd="sng" w="9525">
              <a:solidFill>
                <a:srgbClr val="A1A1A1"/>
              </a:solidFill>
              <a:prstDash val="solid"/>
              <a:round/>
              <a:headEnd len="sm" w="sm" type="none"/>
              <a:tailEnd len="sm" w="sm" type="none"/>
            </a:ln>
            <a:effectLst>
              <a:outerShdw blurRad="40000" rotWithShape="0" dir="5400000" dist="20000">
                <a:srgbClr val="000000">
                  <a:alpha val="3765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grpSp>
      <p:sp>
        <p:nvSpPr>
          <p:cNvPr id="248" name="Google Shape;248;p28"/>
          <p:cNvSpPr txBox="1"/>
          <p:nvPr/>
        </p:nvSpPr>
        <p:spPr>
          <a:xfrm>
            <a:off x="6095998" y="1293910"/>
            <a:ext cx="5459700" cy="7389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FF0000"/>
                </a:solidFill>
                <a:latin typeface="Meiryo"/>
                <a:ea typeface="Meiryo"/>
                <a:cs typeface="Meiryo"/>
                <a:sym typeface="Meiryo"/>
              </a:rPr>
              <a:t>リカバリーキーをダウンロードしてください。Gドライブ等、紛失しない場所に保管を推奨しております。保管後「I have saved my recovery codes」をクリックしてください。</a:t>
            </a:r>
            <a:endParaRPr b="0" i="0" sz="1400" u="none" cap="none" strike="noStrike">
              <a:solidFill>
                <a:srgbClr val="FF0000"/>
              </a:solidFill>
              <a:latin typeface="Meiryo"/>
              <a:ea typeface="Meiryo"/>
              <a:cs typeface="Meiryo"/>
              <a:sym typeface="Meiryo"/>
            </a:endParaRPr>
          </a:p>
        </p:txBody>
      </p:sp>
      <p:pic>
        <p:nvPicPr>
          <p:cNvPr id="249" name="Google Shape;249;p28"/>
          <p:cNvPicPr preferRelativeResize="0"/>
          <p:nvPr/>
        </p:nvPicPr>
        <p:blipFill rotWithShape="1">
          <a:blip r:embed="rId6">
            <a:alphaModFix/>
          </a:blip>
          <a:srcRect b="0" l="0" r="0" t="0"/>
          <a:stretch/>
        </p:blipFill>
        <p:spPr>
          <a:xfrm>
            <a:off x="6095998" y="5442439"/>
            <a:ext cx="5469857" cy="651174"/>
          </a:xfrm>
          <a:prstGeom prst="rect">
            <a:avLst/>
          </a:prstGeom>
          <a:noFill/>
          <a:ln>
            <a:noFill/>
          </a:ln>
        </p:spPr>
      </p:pic>
      <p:sp>
        <p:nvSpPr>
          <p:cNvPr id="250" name="Google Shape;250;p28"/>
          <p:cNvSpPr/>
          <p:nvPr/>
        </p:nvSpPr>
        <p:spPr>
          <a:xfrm>
            <a:off x="10480431" y="5064369"/>
            <a:ext cx="1075200" cy="3780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
        <p:nvSpPr>
          <p:cNvPr id="251" name="Google Shape;251;p28"/>
          <p:cNvSpPr/>
          <p:nvPr/>
        </p:nvSpPr>
        <p:spPr>
          <a:xfrm>
            <a:off x="9405259" y="5571442"/>
            <a:ext cx="1989600" cy="4173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cxnSp>
        <p:nvCxnSpPr>
          <p:cNvPr id="252" name="Google Shape;252;p28"/>
          <p:cNvCxnSpPr>
            <a:stCxn id="251" idx="0"/>
            <a:endCxn id="250" idx="2"/>
          </p:cNvCxnSpPr>
          <p:nvPr/>
        </p:nvCxnSpPr>
        <p:spPr>
          <a:xfrm flipH="1" rot="10800000">
            <a:off x="10400059" y="5442442"/>
            <a:ext cx="618000" cy="129000"/>
          </a:xfrm>
          <a:prstGeom prst="straightConnector1">
            <a:avLst/>
          </a:prstGeom>
          <a:noFill/>
          <a:ln cap="flat" cmpd="sng" w="76200">
            <a:solidFill>
              <a:srgbClr val="FFFF00"/>
            </a:solidFill>
            <a:prstDash val="solid"/>
            <a:round/>
            <a:headEnd len="sm" w="sm" type="none"/>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9"/>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2段階認証の有効化</a:t>
            </a:r>
            <a:endParaRPr/>
          </a:p>
        </p:txBody>
      </p:sp>
      <p:sp>
        <p:nvSpPr>
          <p:cNvPr id="259" name="Google Shape;259;p29"/>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260" name="Google Shape;260;p29"/>
          <p:cNvSpPr txBox="1"/>
          <p:nvPr/>
        </p:nvSpPr>
        <p:spPr>
          <a:xfrm>
            <a:off x="364066" y="1293910"/>
            <a:ext cx="5007000" cy="523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2段階認証が完了いたしました。</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次回以降のログインには二段階認証キーが必要になります。</a:t>
            </a:r>
            <a:endParaRPr b="0" i="0" sz="1400" u="none" cap="none" strike="noStrike">
              <a:solidFill>
                <a:schemeClr val="dk1"/>
              </a:solidFill>
              <a:latin typeface="Meiryo"/>
              <a:ea typeface="Meiryo"/>
              <a:cs typeface="Meiryo"/>
              <a:sym typeface="Meiryo"/>
            </a:endParaRPr>
          </a:p>
        </p:txBody>
      </p:sp>
      <p:pic>
        <p:nvPicPr>
          <p:cNvPr id="261" name="Google Shape;261;p29"/>
          <p:cNvPicPr preferRelativeResize="0"/>
          <p:nvPr/>
        </p:nvPicPr>
        <p:blipFill rotWithShape="1">
          <a:blip r:embed="rId3">
            <a:alphaModFix/>
          </a:blip>
          <a:srcRect b="0" l="0" r="0" t="0"/>
          <a:stretch/>
        </p:blipFill>
        <p:spPr>
          <a:xfrm>
            <a:off x="363594" y="1817130"/>
            <a:ext cx="5490358" cy="4401178"/>
          </a:xfrm>
          <a:prstGeom prst="rect">
            <a:avLst/>
          </a:prstGeom>
          <a:noFill/>
          <a:ln>
            <a:noFill/>
          </a:ln>
          <a:effectLst>
            <a:outerShdw blurRad="292100" rotWithShape="0" algn="tl" dir="2700000" dist="139700">
              <a:srgbClr val="333333">
                <a:alpha val="64709"/>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0"/>
          <p:cNvSpPr txBox="1"/>
          <p:nvPr>
            <p:ph type="title"/>
          </p:nvPr>
        </p:nvSpPr>
        <p:spPr>
          <a:xfrm>
            <a:off x="797467" y="2869796"/>
            <a:ext cx="10962900" cy="1118400"/>
          </a:xfrm>
          <a:prstGeom prst="rect">
            <a:avLst/>
          </a:prstGeom>
        </p:spPr>
        <p:txBody>
          <a:bodyPr anchorCtr="0" anchor="ctr" bIns="121900" lIns="121900" spcFirstLastPara="1" rIns="121900" wrap="square" tIns="121900">
            <a:noAutofit/>
          </a:bodyPr>
          <a:lstStyle/>
          <a:p>
            <a:pPr indent="0" lvl="0" marL="0" rtl="0" algn="l">
              <a:lnSpc>
                <a:spcPct val="90000"/>
              </a:lnSpc>
              <a:spcBef>
                <a:spcPts val="0"/>
              </a:spcBef>
              <a:spcAft>
                <a:spcPts val="0"/>
              </a:spcAft>
              <a:buNone/>
            </a:pPr>
            <a:r>
              <a:rPr lang="en-US"/>
              <a:t>アイコンの変更</a:t>
            </a:r>
            <a:endParaRPr/>
          </a:p>
        </p:txBody>
      </p:sp>
      <p:sp>
        <p:nvSpPr>
          <p:cNvPr id="268" name="Google Shape;268;p30"/>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1"/>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アイコンの変更</a:t>
            </a:r>
            <a:endParaRPr/>
          </a:p>
        </p:txBody>
      </p:sp>
      <p:sp>
        <p:nvSpPr>
          <p:cNvPr id="275" name="Google Shape;275;p31"/>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pic>
        <p:nvPicPr>
          <p:cNvPr id="276" name="Google Shape;276;p31"/>
          <p:cNvPicPr preferRelativeResize="0"/>
          <p:nvPr/>
        </p:nvPicPr>
        <p:blipFill>
          <a:blip r:embed="rId3">
            <a:alphaModFix/>
          </a:blip>
          <a:stretch>
            <a:fillRect/>
          </a:stretch>
        </p:blipFill>
        <p:spPr>
          <a:xfrm>
            <a:off x="459825" y="1742125"/>
            <a:ext cx="5787575" cy="4580574"/>
          </a:xfrm>
          <a:prstGeom prst="rect">
            <a:avLst/>
          </a:prstGeom>
          <a:noFill/>
          <a:ln>
            <a:noFill/>
          </a:ln>
        </p:spPr>
      </p:pic>
      <p:pic>
        <p:nvPicPr>
          <p:cNvPr id="277" name="Google Shape;277;p31" title="Gemini_Generated_Image_a62jraa62jraa62j.jpg"/>
          <p:cNvPicPr preferRelativeResize="0"/>
          <p:nvPr/>
        </p:nvPicPr>
        <p:blipFill rotWithShape="1">
          <a:blip r:embed="rId4">
            <a:alphaModFix/>
          </a:blip>
          <a:srcRect b="18898" l="15424" r="17249" t="19998"/>
          <a:stretch/>
        </p:blipFill>
        <p:spPr>
          <a:xfrm>
            <a:off x="6311325" y="721825"/>
            <a:ext cx="3159101" cy="2867077"/>
          </a:xfrm>
          <a:prstGeom prst="rect">
            <a:avLst/>
          </a:prstGeom>
          <a:noFill/>
          <a:ln>
            <a:noFill/>
          </a:ln>
        </p:spPr>
      </p:pic>
      <p:sp>
        <p:nvSpPr>
          <p:cNvPr id="278" name="Google Shape;278;p31"/>
          <p:cNvSpPr txBox="1"/>
          <p:nvPr/>
        </p:nvSpPr>
        <p:spPr>
          <a:xfrm>
            <a:off x="364066" y="1293910"/>
            <a:ext cx="50070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a:solidFill>
                  <a:schemeClr val="dk1"/>
                </a:solidFill>
                <a:latin typeface="Meiryo"/>
                <a:ea typeface="Meiryo"/>
                <a:cs typeface="Meiryo"/>
                <a:sym typeface="Meiryo"/>
              </a:rPr>
              <a:t>Geminiで作ってみましょう✨　GitHubのテーマは宇宙🚀</a:t>
            </a:r>
            <a:endParaRPr>
              <a:solidFill>
                <a:schemeClr val="dk1"/>
              </a:solidFill>
              <a:latin typeface="Meiryo"/>
              <a:ea typeface="Meiryo"/>
              <a:cs typeface="Meiryo"/>
              <a:sym typeface="Meiryo"/>
            </a:endParaRPr>
          </a:p>
        </p:txBody>
      </p:sp>
      <p:pic>
        <p:nvPicPr>
          <p:cNvPr id="279" name="Google Shape;279;p31" title="196581549.jpg"/>
          <p:cNvPicPr preferRelativeResize="0"/>
          <p:nvPr/>
        </p:nvPicPr>
        <p:blipFill>
          <a:blip r:embed="rId5">
            <a:alphaModFix/>
          </a:blip>
          <a:stretch>
            <a:fillRect/>
          </a:stretch>
        </p:blipFill>
        <p:spPr>
          <a:xfrm>
            <a:off x="9121700" y="606802"/>
            <a:ext cx="2654598" cy="2654598"/>
          </a:xfrm>
          <a:prstGeom prst="rect">
            <a:avLst/>
          </a:prstGeom>
          <a:noFill/>
          <a:ln>
            <a:noFill/>
          </a:ln>
        </p:spPr>
      </p:pic>
      <p:pic>
        <p:nvPicPr>
          <p:cNvPr id="280" name="Google Shape;280;p31" title="Gemini_Generated_Image_who6l0who6l0who6.jpg"/>
          <p:cNvPicPr preferRelativeResize="0"/>
          <p:nvPr/>
        </p:nvPicPr>
        <p:blipFill rotWithShape="1">
          <a:blip r:embed="rId6">
            <a:alphaModFix/>
          </a:blip>
          <a:srcRect b="17881" l="9868" r="10291" t="12971"/>
          <a:stretch/>
        </p:blipFill>
        <p:spPr>
          <a:xfrm>
            <a:off x="6520875" y="4165150"/>
            <a:ext cx="1982177" cy="1716726"/>
          </a:xfrm>
          <a:prstGeom prst="rect">
            <a:avLst/>
          </a:prstGeom>
          <a:noFill/>
          <a:ln>
            <a:noFill/>
          </a:ln>
        </p:spPr>
      </p:pic>
      <p:pic>
        <p:nvPicPr>
          <p:cNvPr id="281" name="Google Shape;281;p31" title="Gemini_Generated_Image_sf32gusf32gusf32.jpg"/>
          <p:cNvPicPr preferRelativeResize="0"/>
          <p:nvPr/>
        </p:nvPicPr>
        <p:blipFill rotWithShape="1">
          <a:blip r:embed="rId7">
            <a:alphaModFix/>
          </a:blip>
          <a:srcRect b="16881" l="14253" r="16214" t="18414"/>
          <a:stretch/>
        </p:blipFill>
        <p:spPr>
          <a:xfrm>
            <a:off x="8249275" y="3309758"/>
            <a:ext cx="2114099" cy="196745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2"/>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アイコンの変更</a:t>
            </a:r>
            <a:endParaRPr/>
          </a:p>
        </p:txBody>
      </p:sp>
      <p:sp>
        <p:nvSpPr>
          <p:cNvPr id="288" name="Google Shape;288;p32"/>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pic>
        <p:nvPicPr>
          <p:cNvPr id="289" name="Google Shape;289;p32"/>
          <p:cNvPicPr preferRelativeResize="0"/>
          <p:nvPr/>
        </p:nvPicPr>
        <p:blipFill rotWithShape="1">
          <a:blip r:embed="rId3">
            <a:alphaModFix/>
          </a:blip>
          <a:srcRect b="0" l="0" r="0" t="0"/>
          <a:stretch/>
        </p:blipFill>
        <p:spPr>
          <a:xfrm>
            <a:off x="6095998" y="1969233"/>
            <a:ext cx="4924452" cy="3798278"/>
          </a:xfrm>
          <a:prstGeom prst="rect">
            <a:avLst/>
          </a:prstGeom>
          <a:noFill/>
          <a:ln>
            <a:noFill/>
          </a:ln>
          <a:effectLst>
            <a:outerShdw blurRad="292100" rotWithShape="0" algn="tl" dir="2700000" dist="139700">
              <a:srgbClr val="333333">
                <a:alpha val="64709"/>
              </a:srgbClr>
            </a:outerShdw>
          </a:effectLst>
        </p:spPr>
      </p:pic>
      <p:sp>
        <p:nvSpPr>
          <p:cNvPr id="290" name="Google Shape;290;p32"/>
          <p:cNvSpPr txBox="1"/>
          <p:nvPr/>
        </p:nvSpPr>
        <p:spPr>
          <a:xfrm>
            <a:off x="364066" y="1293910"/>
            <a:ext cx="5007000" cy="523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右上のユーザーアイコンをクリックし、setting(設定）をクリックしてください。</a:t>
            </a:r>
            <a:endParaRPr b="0" i="0" sz="1400" u="none" cap="none" strike="noStrike">
              <a:solidFill>
                <a:schemeClr val="dk1"/>
              </a:solidFill>
              <a:latin typeface="Meiryo"/>
              <a:ea typeface="Meiryo"/>
              <a:cs typeface="Meiryo"/>
              <a:sym typeface="Meiryo"/>
            </a:endParaRPr>
          </a:p>
        </p:txBody>
      </p:sp>
      <p:sp>
        <p:nvSpPr>
          <p:cNvPr id="291" name="Google Shape;291;p32"/>
          <p:cNvSpPr txBox="1"/>
          <p:nvPr/>
        </p:nvSpPr>
        <p:spPr>
          <a:xfrm>
            <a:off x="6095998" y="1293910"/>
            <a:ext cx="54597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「public </a:t>
            </a:r>
            <a:r>
              <a:rPr lang="en-US">
                <a:solidFill>
                  <a:schemeClr val="dk1"/>
                </a:solidFill>
                <a:latin typeface="Meiryo"/>
                <a:ea typeface="Meiryo"/>
                <a:cs typeface="Meiryo"/>
                <a:sym typeface="Meiryo"/>
              </a:rPr>
              <a:t>profile</a:t>
            </a:r>
            <a:r>
              <a:rPr b="0" i="0" lang="en-US" sz="1400" u="none" cap="none" strike="noStrike">
                <a:solidFill>
                  <a:schemeClr val="dk1"/>
                </a:solidFill>
                <a:latin typeface="Meiryo"/>
                <a:ea typeface="Meiryo"/>
                <a:cs typeface="Meiryo"/>
                <a:sym typeface="Meiryo"/>
              </a:rPr>
              <a:t>」をクリックしてください。</a:t>
            </a:r>
            <a:endParaRPr b="0" i="0" sz="1400" u="none" cap="none" strike="noStrike">
              <a:solidFill>
                <a:srgbClr val="FF0000"/>
              </a:solidFill>
              <a:latin typeface="Meiryo"/>
              <a:ea typeface="Meiryo"/>
              <a:cs typeface="Meiryo"/>
              <a:sym typeface="Meiryo"/>
            </a:endParaRPr>
          </a:p>
        </p:txBody>
      </p:sp>
      <p:pic>
        <p:nvPicPr>
          <p:cNvPr id="292" name="Google Shape;292;p32"/>
          <p:cNvPicPr preferRelativeResize="0"/>
          <p:nvPr/>
        </p:nvPicPr>
        <p:blipFill rotWithShape="1">
          <a:blip r:embed="rId4">
            <a:alphaModFix/>
          </a:blip>
          <a:srcRect b="0" l="0" r="0" t="0"/>
          <a:stretch/>
        </p:blipFill>
        <p:spPr>
          <a:xfrm>
            <a:off x="364066" y="1969233"/>
            <a:ext cx="5007122" cy="3798278"/>
          </a:xfrm>
          <a:prstGeom prst="rect">
            <a:avLst/>
          </a:prstGeom>
          <a:noFill/>
          <a:ln>
            <a:noFill/>
          </a:ln>
          <a:effectLst>
            <a:outerShdw blurRad="292100" rotWithShape="0" algn="tl" dir="2700000" dist="139700">
              <a:srgbClr val="333333">
                <a:alpha val="64709"/>
              </a:srgbClr>
            </a:outerShdw>
          </a:effectLst>
        </p:spPr>
      </p:pic>
      <p:pic>
        <p:nvPicPr>
          <p:cNvPr id="293" name="Google Shape;293;p32"/>
          <p:cNvPicPr preferRelativeResize="0"/>
          <p:nvPr/>
        </p:nvPicPr>
        <p:blipFill rotWithShape="1">
          <a:blip r:embed="rId5">
            <a:alphaModFix/>
          </a:blip>
          <a:srcRect b="0" l="0" r="0" t="0"/>
          <a:stretch/>
        </p:blipFill>
        <p:spPr>
          <a:xfrm>
            <a:off x="900574" y="4690251"/>
            <a:ext cx="2454188" cy="873839"/>
          </a:xfrm>
          <a:prstGeom prst="rect">
            <a:avLst/>
          </a:prstGeom>
          <a:solidFill>
            <a:srgbClr val="ECECEC"/>
          </a:solidFill>
          <a:ln cap="sq" cmpd="sng" w="88900">
            <a:solidFill>
              <a:srgbClr val="FFFF00"/>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294" name="Google Shape;294;p32"/>
          <p:cNvSpPr/>
          <p:nvPr/>
        </p:nvSpPr>
        <p:spPr>
          <a:xfrm>
            <a:off x="3630312" y="4377449"/>
            <a:ext cx="1160700" cy="3315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cxnSp>
        <p:nvCxnSpPr>
          <p:cNvPr id="295" name="Google Shape;295;p32"/>
          <p:cNvCxnSpPr>
            <a:stCxn id="293" idx="0"/>
            <a:endCxn id="294" idx="1"/>
          </p:cNvCxnSpPr>
          <p:nvPr/>
        </p:nvCxnSpPr>
        <p:spPr>
          <a:xfrm flipH="1" rot="10800000">
            <a:off x="2127668" y="4543251"/>
            <a:ext cx="1502700" cy="147000"/>
          </a:xfrm>
          <a:prstGeom prst="straightConnector1">
            <a:avLst/>
          </a:prstGeom>
          <a:noFill/>
          <a:ln cap="flat" cmpd="sng" w="76200">
            <a:solidFill>
              <a:srgbClr val="FFFF00"/>
            </a:solidFill>
            <a:prstDash val="solid"/>
            <a:round/>
            <a:headEnd len="sm" w="sm" type="none"/>
            <a:tailEnd len="sm" w="sm" type="none"/>
          </a:ln>
        </p:spPr>
      </p:cxnSp>
      <p:cxnSp>
        <p:nvCxnSpPr>
          <p:cNvPr id="296" name="Google Shape;296;p32"/>
          <p:cNvCxnSpPr>
            <a:stCxn id="293" idx="3"/>
            <a:endCxn id="294" idx="2"/>
          </p:cNvCxnSpPr>
          <p:nvPr/>
        </p:nvCxnSpPr>
        <p:spPr>
          <a:xfrm flipH="1" rot="10800000">
            <a:off x="3354762" y="4708971"/>
            <a:ext cx="855900" cy="418200"/>
          </a:xfrm>
          <a:prstGeom prst="straightConnector1">
            <a:avLst/>
          </a:prstGeom>
          <a:noFill/>
          <a:ln cap="flat" cmpd="sng" w="76200">
            <a:solidFill>
              <a:srgbClr val="FFFF00"/>
            </a:solidFill>
            <a:prstDash val="solid"/>
            <a:round/>
            <a:headEnd len="sm" w="sm" type="none"/>
            <a:tailEnd len="sm" w="sm" type="none"/>
          </a:ln>
        </p:spPr>
      </p:cxnSp>
      <p:sp>
        <p:nvSpPr>
          <p:cNvPr id="297" name="Google Shape;297;p32"/>
          <p:cNvSpPr/>
          <p:nvPr/>
        </p:nvSpPr>
        <p:spPr>
          <a:xfrm>
            <a:off x="6754090" y="2770325"/>
            <a:ext cx="1714500" cy="4974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33"/>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アイコンの変更</a:t>
            </a:r>
            <a:endParaRPr/>
          </a:p>
        </p:txBody>
      </p:sp>
      <p:sp>
        <p:nvSpPr>
          <p:cNvPr id="304" name="Google Shape;304;p33"/>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305" name="Google Shape;305;p33"/>
          <p:cNvSpPr txBox="1"/>
          <p:nvPr/>
        </p:nvSpPr>
        <p:spPr>
          <a:xfrm>
            <a:off x="291784" y="1293910"/>
            <a:ext cx="54597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「Edit」から「UploadPhoto」をクリックしてください。</a:t>
            </a:r>
            <a:endParaRPr b="0" i="0" sz="1400" u="none" cap="none" strike="noStrike">
              <a:solidFill>
                <a:srgbClr val="FF0000"/>
              </a:solidFill>
              <a:latin typeface="Meiryo"/>
              <a:ea typeface="Meiryo"/>
              <a:cs typeface="Meiryo"/>
              <a:sym typeface="Meiryo"/>
            </a:endParaRPr>
          </a:p>
        </p:txBody>
      </p:sp>
      <p:pic>
        <p:nvPicPr>
          <p:cNvPr id="306" name="Google Shape;306;p33"/>
          <p:cNvPicPr preferRelativeResize="0"/>
          <p:nvPr/>
        </p:nvPicPr>
        <p:blipFill rotWithShape="1">
          <a:blip r:embed="rId3">
            <a:alphaModFix/>
          </a:blip>
          <a:srcRect b="0" l="20458" r="0" t="0"/>
          <a:stretch/>
        </p:blipFill>
        <p:spPr>
          <a:xfrm>
            <a:off x="291785" y="1909004"/>
            <a:ext cx="5650477" cy="3902148"/>
          </a:xfrm>
          <a:prstGeom prst="rect">
            <a:avLst/>
          </a:prstGeom>
          <a:noFill/>
          <a:ln>
            <a:noFill/>
          </a:ln>
          <a:effectLst>
            <a:outerShdw blurRad="292100" rotWithShape="0" algn="tl" dir="2700000" dist="139700">
              <a:srgbClr val="333333">
                <a:alpha val="64709"/>
              </a:srgbClr>
            </a:outerShdw>
          </a:effectLst>
        </p:spPr>
      </p:pic>
      <p:pic>
        <p:nvPicPr>
          <p:cNvPr id="307" name="Google Shape;307;p33"/>
          <p:cNvPicPr preferRelativeResize="0"/>
          <p:nvPr/>
        </p:nvPicPr>
        <p:blipFill rotWithShape="1">
          <a:blip r:embed="rId4">
            <a:alphaModFix/>
          </a:blip>
          <a:srcRect b="0" l="0" r="0" t="0"/>
          <a:stretch/>
        </p:blipFill>
        <p:spPr>
          <a:xfrm>
            <a:off x="6551778" y="2274129"/>
            <a:ext cx="4548044" cy="2702835"/>
          </a:xfrm>
          <a:prstGeom prst="rect">
            <a:avLst/>
          </a:prstGeom>
          <a:solidFill>
            <a:srgbClr val="ECECEC"/>
          </a:solidFill>
          <a:ln cap="sq" cmpd="sng" w="88900">
            <a:solidFill>
              <a:srgbClr val="FFFF00"/>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308" name="Google Shape;308;p33"/>
          <p:cNvSpPr/>
          <p:nvPr/>
        </p:nvSpPr>
        <p:spPr>
          <a:xfrm>
            <a:off x="3960047" y="3876165"/>
            <a:ext cx="1176000" cy="6672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cxnSp>
        <p:nvCxnSpPr>
          <p:cNvPr id="309" name="Google Shape;309;p33"/>
          <p:cNvCxnSpPr>
            <a:stCxn id="307" idx="2"/>
            <a:endCxn id="308" idx="2"/>
          </p:cNvCxnSpPr>
          <p:nvPr/>
        </p:nvCxnSpPr>
        <p:spPr>
          <a:xfrm rot="10800000">
            <a:off x="4548100" y="4543464"/>
            <a:ext cx="4277700" cy="433500"/>
          </a:xfrm>
          <a:prstGeom prst="straightConnector1">
            <a:avLst/>
          </a:prstGeom>
          <a:noFill/>
          <a:ln cap="flat" cmpd="sng" w="76200">
            <a:solidFill>
              <a:srgbClr val="FFFF00"/>
            </a:solidFill>
            <a:prstDash val="solid"/>
            <a:round/>
            <a:headEnd len="sm" w="sm" type="none"/>
            <a:tailEnd len="sm" w="sm" type="none"/>
          </a:ln>
        </p:spPr>
      </p:cxnSp>
      <p:cxnSp>
        <p:nvCxnSpPr>
          <p:cNvPr id="310" name="Google Shape;310;p33"/>
          <p:cNvCxnSpPr>
            <a:stCxn id="307" idx="1"/>
            <a:endCxn id="308" idx="0"/>
          </p:cNvCxnSpPr>
          <p:nvPr/>
        </p:nvCxnSpPr>
        <p:spPr>
          <a:xfrm flipH="1">
            <a:off x="4548078" y="3625546"/>
            <a:ext cx="2003700" cy="250500"/>
          </a:xfrm>
          <a:prstGeom prst="straightConnector1">
            <a:avLst/>
          </a:prstGeom>
          <a:noFill/>
          <a:ln cap="flat" cmpd="sng" w="76200">
            <a:solidFill>
              <a:srgbClr val="FFFF00"/>
            </a:solidFill>
            <a:prstDash val="solid"/>
            <a:round/>
            <a:headEnd len="sm" w="sm" type="none"/>
            <a:tailEnd len="sm" w="sm"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4"/>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アイコンの変更</a:t>
            </a:r>
            <a:endParaRPr/>
          </a:p>
        </p:txBody>
      </p:sp>
      <p:sp>
        <p:nvSpPr>
          <p:cNvPr id="317" name="Google Shape;317;p34"/>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318" name="Google Shape;318;p34"/>
          <p:cNvSpPr txBox="1"/>
          <p:nvPr/>
        </p:nvSpPr>
        <p:spPr>
          <a:xfrm>
            <a:off x="364066" y="1293910"/>
            <a:ext cx="50070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対象ファイルをアップロードする。↓</a:t>
            </a:r>
            <a:r>
              <a:rPr lang="en-US">
                <a:solidFill>
                  <a:schemeClr val="dk1"/>
                </a:solidFill>
                <a:latin typeface="Meiryo"/>
                <a:ea typeface="Meiryo"/>
                <a:cs typeface="Meiryo"/>
                <a:sym typeface="Meiryo"/>
              </a:rPr>
              <a:t>アイコン</a:t>
            </a:r>
            <a:r>
              <a:rPr b="0" i="0" lang="en-US" sz="1400" u="none" cap="none" strike="noStrike">
                <a:solidFill>
                  <a:schemeClr val="dk1"/>
                </a:solidFill>
                <a:latin typeface="Meiryo"/>
                <a:ea typeface="Meiryo"/>
                <a:cs typeface="Meiryo"/>
                <a:sym typeface="Meiryo"/>
              </a:rPr>
              <a:t>サイト</a:t>
            </a:r>
            <a:endParaRPr b="0" i="0" sz="1400" u="none" cap="none" strike="noStrike">
              <a:solidFill>
                <a:schemeClr val="dk1"/>
              </a:solidFill>
              <a:latin typeface="Meiryo"/>
              <a:ea typeface="Meiryo"/>
              <a:cs typeface="Meiryo"/>
              <a:sym typeface="Meiryo"/>
            </a:endParaRPr>
          </a:p>
        </p:txBody>
      </p:sp>
      <p:sp>
        <p:nvSpPr>
          <p:cNvPr id="319" name="Google Shape;319;p34"/>
          <p:cNvSpPr txBox="1"/>
          <p:nvPr/>
        </p:nvSpPr>
        <p:spPr>
          <a:xfrm>
            <a:off x="6095998" y="1293910"/>
            <a:ext cx="5459700" cy="523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「Set new plofile picture」をクリックしてください。</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これで、アイコンを変更することが出来ました。</a:t>
            </a:r>
            <a:endParaRPr b="0" i="0" sz="1400" u="none" cap="none" strike="noStrike">
              <a:solidFill>
                <a:schemeClr val="dk1"/>
              </a:solidFill>
              <a:latin typeface="Meiryo"/>
              <a:ea typeface="Meiryo"/>
              <a:cs typeface="Meiryo"/>
              <a:sym typeface="Meiryo"/>
            </a:endParaRPr>
          </a:p>
        </p:txBody>
      </p:sp>
      <p:sp>
        <p:nvSpPr>
          <p:cNvPr id="320" name="Google Shape;320;p34"/>
          <p:cNvSpPr txBox="1"/>
          <p:nvPr/>
        </p:nvSpPr>
        <p:spPr>
          <a:xfrm>
            <a:off x="638490" y="1582881"/>
            <a:ext cx="1427700" cy="738900"/>
          </a:xfrm>
          <a:prstGeom prst="rect">
            <a:avLst/>
          </a:prstGeom>
          <a:gradFill>
            <a:gsLst>
              <a:gs pos="0">
                <a:srgbClr val="D8D8D8"/>
              </a:gs>
              <a:gs pos="35000">
                <a:srgbClr val="E3E3E3"/>
              </a:gs>
              <a:gs pos="100000">
                <a:srgbClr val="F4F4F4"/>
              </a:gs>
            </a:gsLst>
            <a:lin ang="16200038" scaled="0"/>
          </a:gradFill>
          <a:ln cap="flat" cmpd="sng" w="9525">
            <a:solidFill>
              <a:srgbClr val="A1A1A1"/>
            </a:solidFill>
            <a:prstDash val="solid"/>
            <a:round/>
            <a:headEnd len="sm" w="sm" type="none"/>
            <a:tailEnd len="sm" w="sm" type="none"/>
          </a:ln>
          <a:effectLst>
            <a:outerShdw blurRad="40000" rotWithShape="0" dir="5400000" dist="20000">
              <a:srgbClr val="000000">
                <a:alpha val="37650"/>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sng" cap="none" strike="noStrike">
                <a:solidFill>
                  <a:schemeClr val="dk1"/>
                </a:solidFill>
                <a:latin typeface="Arial"/>
                <a:ea typeface="Arial"/>
                <a:cs typeface="Arial"/>
                <a:sym typeface="Arial"/>
                <a:hlinkClick r:id="rId3">
                  <a:extLst>
                    <a:ext uri="{A12FA001-AC4F-418D-AE19-62706E023703}">
                      <ahyp:hlinkClr val="tx"/>
                    </a:ext>
                  </a:extLst>
                </a:hlinkClick>
              </a:rPr>
              <a:t>https://hiyokoyarou.com/</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pic>
        <p:nvPicPr>
          <p:cNvPr id="321" name="Google Shape;321;p34"/>
          <p:cNvPicPr preferRelativeResize="0"/>
          <p:nvPr/>
        </p:nvPicPr>
        <p:blipFill rotWithShape="1">
          <a:blip r:embed="rId4">
            <a:alphaModFix/>
          </a:blip>
          <a:srcRect b="0" l="0" r="0" t="0"/>
          <a:stretch/>
        </p:blipFill>
        <p:spPr>
          <a:xfrm>
            <a:off x="291784" y="2451957"/>
            <a:ext cx="5007123" cy="3180778"/>
          </a:xfrm>
          <a:prstGeom prst="rect">
            <a:avLst/>
          </a:prstGeom>
          <a:noFill/>
          <a:ln>
            <a:noFill/>
          </a:ln>
          <a:effectLst>
            <a:outerShdw blurRad="292100" rotWithShape="0" algn="tl" dir="2700000" dist="139700">
              <a:srgbClr val="333333">
                <a:alpha val="64709"/>
              </a:srgbClr>
            </a:outerShdw>
          </a:effectLst>
        </p:spPr>
      </p:pic>
      <p:pic>
        <p:nvPicPr>
          <p:cNvPr id="322" name="Google Shape;322;p34"/>
          <p:cNvPicPr preferRelativeResize="0"/>
          <p:nvPr/>
        </p:nvPicPr>
        <p:blipFill rotWithShape="1">
          <a:blip r:embed="rId5">
            <a:alphaModFix/>
          </a:blip>
          <a:srcRect b="0" l="0" r="0" t="0"/>
          <a:stretch/>
        </p:blipFill>
        <p:spPr>
          <a:xfrm>
            <a:off x="6095998" y="1987052"/>
            <a:ext cx="5520981" cy="3645684"/>
          </a:xfrm>
          <a:prstGeom prst="rect">
            <a:avLst/>
          </a:prstGeom>
          <a:noFill/>
          <a:ln>
            <a:noFill/>
          </a:ln>
          <a:effectLst>
            <a:outerShdw blurRad="292100" rotWithShape="0" algn="tl" dir="2700000" dist="139700">
              <a:srgbClr val="333333">
                <a:alpha val="64709"/>
              </a:srgbClr>
            </a:outerShdw>
          </a:effectLst>
        </p:spPr>
      </p:pic>
      <p:sp>
        <p:nvSpPr>
          <p:cNvPr id="323" name="Google Shape;323;p34"/>
          <p:cNvSpPr txBox="1"/>
          <p:nvPr/>
        </p:nvSpPr>
        <p:spPr>
          <a:xfrm>
            <a:off x="2118135" y="1582881"/>
            <a:ext cx="1427700" cy="738900"/>
          </a:xfrm>
          <a:prstGeom prst="rect">
            <a:avLst/>
          </a:prstGeom>
          <a:gradFill>
            <a:gsLst>
              <a:gs pos="0">
                <a:srgbClr val="D8D8D8"/>
              </a:gs>
              <a:gs pos="35000">
                <a:srgbClr val="E3E3E3"/>
              </a:gs>
              <a:gs pos="100000">
                <a:srgbClr val="F4F4F4"/>
              </a:gs>
            </a:gsLst>
            <a:lin ang="16200038" scaled="0"/>
          </a:gradFill>
          <a:ln cap="flat" cmpd="sng" w="9525">
            <a:solidFill>
              <a:srgbClr val="A1A1A1"/>
            </a:solidFill>
            <a:prstDash val="solid"/>
            <a:round/>
            <a:headEnd len="sm" w="sm" type="none"/>
            <a:tailEnd len="sm" w="sm" type="none"/>
          </a:ln>
          <a:effectLst>
            <a:outerShdw blurRad="40000" rotWithShape="0" dir="5400000" dist="20000">
              <a:srgbClr val="000000">
                <a:alpha val="37650"/>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sng" cap="none" strike="noStrike">
                <a:solidFill>
                  <a:schemeClr val="dk1"/>
                </a:solidFill>
                <a:latin typeface="Arial"/>
                <a:ea typeface="Arial"/>
                <a:cs typeface="Arial"/>
                <a:sym typeface="Arial"/>
                <a:hlinkClick r:id="rId6">
                  <a:extLst>
                    <a:ext uri="{A12FA001-AC4F-418D-AE19-62706E023703}">
                      <ahyp:hlinkClr val="tx"/>
                    </a:ext>
                  </a:extLst>
                </a:hlinkClick>
              </a:rPr>
              <a:t>https://icooon-mono.com/category/animal/</a:t>
            </a:r>
            <a:endParaRPr b="0" i="0" sz="1400" u="none" cap="none" strike="noStrike">
              <a:solidFill>
                <a:schemeClr val="dk1"/>
              </a:solidFill>
              <a:latin typeface="Arial"/>
              <a:ea typeface="Arial"/>
              <a:cs typeface="Arial"/>
              <a:sym typeface="Arial"/>
            </a:endParaRPr>
          </a:p>
        </p:txBody>
      </p:sp>
      <p:sp>
        <p:nvSpPr>
          <p:cNvPr id="324" name="Google Shape;324;p34"/>
          <p:cNvSpPr txBox="1"/>
          <p:nvPr/>
        </p:nvSpPr>
        <p:spPr>
          <a:xfrm>
            <a:off x="3577609" y="1584478"/>
            <a:ext cx="1427700" cy="738900"/>
          </a:xfrm>
          <a:prstGeom prst="rect">
            <a:avLst/>
          </a:prstGeom>
          <a:gradFill>
            <a:gsLst>
              <a:gs pos="0">
                <a:srgbClr val="D8D8D8"/>
              </a:gs>
              <a:gs pos="35000">
                <a:srgbClr val="E3E3E3"/>
              </a:gs>
              <a:gs pos="100000">
                <a:srgbClr val="F4F4F4"/>
              </a:gs>
            </a:gsLst>
            <a:lin ang="16200038" scaled="0"/>
          </a:gradFill>
          <a:ln cap="flat" cmpd="sng" w="9525">
            <a:solidFill>
              <a:srgbClr val="A1A1A1"/>
            </a:solidFill>
            <a:prstDash val="solid"/>
            <a:round/>
            <a:headEnd len="sm" w="sm" type="none"/>
            <a:tailEnd len="sm" w="sm" type="none"/>
          </a:ln>
          <a:effectLst>
            <a:outerShdw blurRad="40000" rotWithShape="0" dir="5400000" dist="20000">
              <a:srgbClr val="000000">
                <a:alpha val="37650"/>
              </a:srgbClr>
            </a:outerShdw>
          </a:effectLst>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sng" cap="none" strike="noStrike">
                <a:solidFill>
                  <a:schemeClr val="dk1"/>
                </a:solidFill>
                <a:latin typeface="Arial"/>
                <a:ea typeface="Arial"/>
                <a:cs typeface="Arial"/>
                <a:sym typeface="Arial"/>
                <a:hlinkClick r:id="rId7">
                  <a:extLst>
                    <a:ext uri="{A12FA001-AC4F-418D-AE19-62706E023703}">
                      <ahyp:hlinkClr val="tx"/>
                    </a:ext>
                  </a:extLst>
                </a:hlinkClick>
              </a:rPr>
              <a:t>https://www.irasutoya.com/</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325" name="Google Shape;325;p34"/>
          <p:cNvSpPr/>
          <p:nvPr/>
        </p:nvSpPr>
        <p:spPr>
          <a:xfrm>
            <a:off x="3711168" y="5273522"/>
            <a:ext cx="1160700" cy="3315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
        <p:nvSpPr>
          <p:cNvPr id="326" name="Google Shape;326;p34"/>
          <p:cNvSpPr/>
          <p:nvPr/>
        </p:nvSpPr>
        <p:spPr>
          <a:xfrm>
            <a:off x="7660129" y="5145483"/>
            <a:ext cx="2530200" cy="3315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5"/>
          <p:cNvSpPr txBox="1"/>
          <p:nvPr>
            <p:ph type="title"/>
          </p:nvPr>
        </p:nvSpPr>
        <p:spPr>
          <a:xfrm>
            <a:off x="797467" y="2869796"/>
            <a:ext cx="10962900" cy="1118400"/>
          </a:xfrm>
          <a:prstGeom prst="rect">
            <a:avLst/>
          </a:prstGeom>
        </p:spPr>
        <p:txBody>
          <a:bodyPr anchorCtr="0" anchor="ctr" bIns="121900" lIns="121900" spcFirstLastPara="1" rIns="121900" wrap="square" tIns="121900">
            <a:noAutofit/>
          </a:bodyPr>
          <a:lstStyle/>
          <a:p>
            <a:pPr indent="0" lvl="0" marL="0" rtl="0" algn="l">
              <a:lnSpc>
                <a:spcPct val="90000"/>
              </a:lnSpc>
              <a:spcBef>
                <a:spcPts val="0"/>
              </a:spcBef>
              <a:spcAft>
                <a:spcPts val="0"/>
              </a:spcAft>
              <a:buNone/>
            </a:pPr>
            <a:r>
              <a:rPr lang="en-US"/>
              <a:t>GitHub Copilotの有効化</a:t>
            </a:r>
            <a:endParaRPr/>
          </a:p>
        </p:txBody>
      </p:sp>
      <p:sp>
        <p:nvSpPr>
          <p:cNvPr id="333" name="Google Shape;333;p35"/>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p36"/>
          <p:cNvPicPr preferRelativeResize="0"/>
          <p:nvPr/>
        </p:nvPicPr>
        <p:blipFill>
          <a:blip r:embed="rId3">
            <a:alphaModFix/>
          </a:blip>
          <a:stretch>
            <a:fillRect/>
          </a:stretch>
        </p:blipFill>
        <p:spPr>
          <a:xfrm>
            <a:off x="6416057" y="2180712"/>
            <a:ext cx="5360250" cy="2764325"/>
          </a:xfrm>
          <a:prstGeom prst="rect">
            <a:avLst/>
          </a:prstGeom>
          <a:noFill/>
          <a:ln>
            <a:noFill/>
          </a:ln>
          <a:effectLst>
            <a:outerShdw blurRad="585788" rotWithShape="0" algn="bl" dir="5400000" dist="95250">
              <a:srgbClr val="000000">
                <a:alpha val="50000"/>
              </a:srgbClr>
            </a:outerShdw>
          </a:effectLst>
        </p:spPr>
      </p:pic>
      <p:sp>
        <p:nvSpPr>
          <p:cNvPr id="340" name="Google Shape;340;p36"/>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GitHub Copilotの有効化</a:t>
            </a:r>
            <a:endParaRPr/>
          </a:p>
        </p:txBody>
      </p:sp>
      <p:sp>
        <p:nvSpPr>
          <p:cNvPr id="341" name="Google Shape;341;p36"/>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342" name="Google Shape;342;p36"/>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343" name="Google Shape;343;p36"/>
          <p:cNvSpPr txBox="1"/>
          <p:nvPr/>
        </p:nvSpPr>
        <p:spPr>
          <a:xfrm>
            <a:off x="364066" y="1293910"/>
            <a:ext cx="5007000" cy="523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右上のユーザーアイコンをクリックし、setting(設定）をクリックしてください。</a:t>
            </a:r>
            <a:endParaRPr b="0" i="0" sz="1400" u="none" cap="none" strike="noStrike">
              <a:solidFill>
                <a:schemeClr val="dk1"/>
              </a:solidFill>
              <a:latin typeface="Meiryo"/>
              <a:ea typeface="Meiryo"/>
              <a:cs typeface="Meiryo"/>
              <a:sym typeface="Meiryo"/>
            </a:endParaRPr>
          </a:p>
        </p:txBody>
      </p:sp>
      <p:sp>
        <p:nvSpPr>
          <p:cNvPr id="344" name="Google Shape;344;p36"/>
          <p:cNvSpPr txBox="1"/>
          <p:nvPr/>
        </p:nvSpPr>
        <p:spPr>
          <a:xfrm>
            <a:off x="6095998" y="1293910"/>
            <a:ext cx="54597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a:t>
            </a:r>
            <a:r>
              <a:rPr lang="en-US">
                <a:solidFill>
                  <a:schemeClr val="dk1"/>
                </a:solidFill>
                <a:latin typeface="Meiryo"/>
                <a:ea typeface="Meiryo"/>
                <a:cs typeface="Meiryo"/>
                <a:sym typeface="Meiryo"/>
              </a:rPr>
              <a:t>Copilot</a:t>
            </a:r>
            <a:r>
              <a:rPr b="0" i="0" lang="en-US" sz="1400" u="none" cap="none" strike="noStrike">
                <a:solidFill>
                  <a:schemeClr val="dk1"/>
                </a:solidFill>
                <a:latin typeface="Meiryo"/>
                <a:ea typeface="Meiryo"/>
                <a:cs typeface="Meiryo"/>
                <a:sym typeface="Meiryo"/>
              </a:rPr>
              <a:t>」をクリックしてください。</a:t>
            </a:r>
            <a:endParaRPr b="0" i="0" sz="1400" u="none" cap="none" strike="noStrike">
              <a:solidFill>
                <a:srgbClr val="FF0000"/>
              </a:solidFill>
              <a:latin typeface="Meiryo"/>
              <a:ea typeface="Meiryo"/>
              <a:cs typeface="Meiryo"/>
              <a:sym typeface="Meiryo"/>
            </a:endParaRPr>
          </a:p>
        </p:txBody>
      </p:sp>
      <p:pic>
        <p:nvPicPr>
          <p:cNvPr id="345" name="Google Shape;345;p36"/>
          <p:cNvPicPr preferRelativeResize="0"/>
          <p:nvPr/>
        </p:nvPicPr>
        <p:blipFill rotWithShape="1">
          <a:blip r:embed="rId4">
            <a:alphaModFix/>
          </a:blip>
          <a:srcRect b="0" l="0" r="0" t="0"/>
          <a:stretch/>
        </p:blipFill>
        <p:spPr>
          <a:xfrm>
            <a:off x="364066" y="1969233"/>
            <a:ext cx="5007122" cy="3798278"/>
          </a:xfrm>
          <a:prstGeom prst="rect">
            <a:avLst/>
          </a:prstGeom>
          <a:noFill/>
          <a:ln>
            <a:noFill/>
          </a:ln>
          <a:effectLst>
            <a:outerShdw blurRad="292100" rotWithShape="0" algn="tl" dir="2700000" dist="139700">
              <a:srgbClr val="333333">
                <a:alpha val="64709"/>
              </a:srgbClr>
            </a:outerShdw>
          </a:effectLst>
        </p:spPr>
      </p:pic>
      <p:pic>
        <p:nvPicPr>
          <p:cNvPr id="346" name="Google Shape;346;p36"/>
          <p:cNvPicPr preferRelativeResize="0"/>
          <p:nvPr/>
        </p:nvPicPr>
        <p:blipFill rotWithShape="1">
          <a:blip r:embed="rId5">
            <a:alphaModFix/>
          </a:blip>
          <a:srcRect b="0" l="0" r="0" t="0"/>
          <a:stretch/>
        </p:blipFill>
        <p:spPr>
          <a:xfrm>
            <a:off x="900574" y="4690251"/>
            <a:ext cx="2454188" cy="873839"/>
          </a:xfrm>
          <a:prstGeom prst="rect">
            <a:avLst/>
          </a:prstGeom>
          <a:solidFill>
            <a:srgbClr val="ECECEC"/>
          </a:solidFill>
          <a:ln cap="sq" cmpd="sng" w="88900">
            <a:solidFill>
              <a:srgbClr val="FFFF00"/>
            </a:solidFill>
            <a:prstDash val="solid"/>
            <a:miter lim="800000"/>
            <a:headEnd len="sm" w="sm" type="none"/>
            <a:tailEnd len="sm" w="sm" type="none"/>
          </a:ln>
          <a:effectLst>
            <a:outerShdw blurRad="55000" rotWithShape="0" algn="tl" dir="5400000" dist="18000">
              <a:srgbClr val="000000">
                <a:alpha val="40000"/>
              </a:srgbClr>
            </a:outerShdw>
          </a:effectLst>
        </p:spPr>
      </p:pic>
      <p:sp>
        <p:nvSpPr>
          <p:cNvPr id="347" name="Google Shape;347;p36"/>
          <p:cNvSpPr/>
          <p:nvPr/>
        </p:nvSpPr>
        <p:spPr>
          <a:xfrm>
            <a:off x="3630312" y="4377449"/>
            <a:ext cx="1160700" cy="3315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cxnSp>
        <p:nvCxnSpPr>
          <p:cNvPr id="348" name="Google Shape;348;p36"/>
          <p:cNvCxnSpPr>
            <a:stCxn id="346" idx="0"/>
            <a:endCxn id="347" idx="1"/>
          </p:cNvCxnSpPr>
          <p:nvPr/>
        </p:nvCxnSpPr>
        <p:spPr>
          <a:xfrm flipH="1" rot="10800000">
            <a:off x="2127668" y="4543251"/>
            <a:ext cx="1502700" cy="147000"/>
          </a:xfrm>
          <a:prstGeom prst="straightConnector1">
            <a:avLst/>
          </a:prstGeom>
          <a:noFill/>
          <a:ln cap="flat" cmpd="sng" w="76200">
            <a:solidFill>
              <a:srgbClr val="FFFF00"/>
            </a:solidFill>
            <a:prstDash val="solid"/>
            <a:round/>
            <a:headEnd len="sm" w="sm" type="none"/>
            <a:tailEnd len="sm" w="sm" type="none"/>
          </a:ln>
        </p:spPr>
      </p:cxnSp>
      <p:cxnSp>
        <p:nvCxnSpPr>
          <p:cNvPr id="349" name="Google Shape;349;p36"/>
          <p:cNvCxnSpPr>
            <a:stCxn id="346" idx="3"/>
            <a:endCxn id="347" idx="2"/>
          </p:cNvCxnSpPr>
          <p:nvPr/>
        </p:nvCxnSpPr>
        <p:spPr>
          <a:xfrm flipH="1" rot="10800000">
            <a:off x="3354762" y="4708971"/>
            <a:ext cx="855900" cy="418200"/>
          </a:xfrm>
          <a:prstGeom prst="straightConnector1">
            <a:avLst/>
          </a:prstGeom>
          <a:noFill/>
          <a:ln cap="flat" cmpd="sng" w="76200">
            <a:solidFill>
              <a:srgbClr val="FFFF00"/>
            </a:solidFill>
            <a:prstDash val="solid"/>
            <a:round/>
            <a:headEnd len="sm" w="sm" type="none"/>
            <a:tailEnd len="sm" w="sm" type="none"/>
          </a:ln>
        </p:spPr>
      </p:cxnSp>
      <p:sp>
        <p:nvSpPr>
          <p:cNvPr id="350" name="Google Shape;350;p36"/>
          <p:cNvSpPr/>
          <p:nvPr/>
        </p:nvSpPr>
        <p:spPr>
          <a:xfrm>
            <a:off x="7541665" y="3416300"/>
            <a:ext cx="1714500" cy="4974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37"/>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GitHub Copilotの有効化</a:t>
            </a:r>
            <a:endParaRPr/>
          </a:p>
        </p:txBody>
      </p:sp>
      <p:sp>
        <p:nvSpPr>
          <p:cNvPr id="357" name="Google Shape;357;p37"/>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358" name="Google Shape;358;p37"/>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359" name="Google Shape;359;p37"/>
          <p:cNvSpPr txBox="1"/>
          <p:nvPr/>
        </p:nvSpPr>
        <p:spPr>
          <a:xfrm>
            <a:off x="364066" y="1293910"/>
            <a:ext cx="50070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a:solidFill>
                  <a:schemeClr val="dk1"/>
                </a:solidFill>
                <a:latin typeface="Meiryo"/>
                <a:ea typeface="Meiryo"/>
                <a:cs typeface="Meiryo"/>
                <a:sym typeface="Meiryo"/>
              </a:rPr>
              <a:t>以下の通りEnableにする。</a:t>
            </a:r>
            <a:endParaRPr b="0" i="0" sz="1400" u="none" cap="none" strike="noStrike">
              <a:solidFill>
                <a:schemeClr val="dk1"/>
              </a:solidFill>
              <a:latin typeface="Meiryo"/>
              <a:ea typeface="Meiryo"/>
              <a:cs typeface="Meiryo"/>
              <a:sym typeface="Meiryo"/>
            </a:endParaRPr>
          </a:p>
        </p:txBody>
      </p:sp>
      <p:pic>
        <p:nvPicPr>
          <p:cNvPr id="360" name="Google Shape;360;p37"/>
          <p:cNvPicPr preferRelativeResize="0"/>
          <p:nvPr/>
        </p:nvPicPr>
        <p:blipFill>
          <a:blip r:embed="rId3">
            <a:alphaModFix/>
          </a:blip>
          <a:stretch>
            <a:fillRect/>
          </a:stretch>
        </p:blipFill>
        <p:spPr>
          <a:xfrm>
            <a:off x="529850" y="1601700"/>
            <a:ext cx="8712753" cy="4808626"/>
          </a:xfrm>
          <a:prstGeom prst="rect">
            <a:avLst/>
          </a:prstGeom>
          <a:noFill/>
          <a:ln>
            <a:noFill/>
          </a:ln>
        </p:spPr>
      </p:pic>
      <p:sp>
        <p:nvSpPr>
          <p:cNvPr id="361" name="Google Shape;361;p37"/>
          <p:cNvSpPr/>
          <p:nvPr/>
        </p:nvSpPr>
        <p:spPr>
          <a:xfrm flipH="1" rot="10800000">
            <a:off x="7881825" y="2977675"/>
            <a:ext cx="1057800" cy="3978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
        <p:nvSpPr>
          <p:cNvPr id="362" name="Google Shape;362;p37"/>
          <p:cNvSpPr/>
          <p:nvPr/>
        </p:nvSpPr>
        <p:spPr>
          <a:xfrm flipH="1" rot="10800000">
            <a:off x="7881825" y="3807113"/>
            <a:ext cx="1057800" cy="3978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
        <p:nvSpPr>
          <p:cNvPr id="363" name="Google Shape;363;p37"/>
          <p:cNvSpPr/>
          <p:nvPr/>
        </p:nvSpPr>
        <p:spPr>
          <a:xfrm flipH="1" rot="10800000">
            <a:off x="7881825" y="4592588"/>
            <a:ext cx="1057800" cy="3978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
        <p:nvSpPr>
          <p:cNvPr id="364" name="Google Shape;364;p37"/>
          <p:cNvSpPr/>
          <p:nvPr/>
        </p:nvSpPr>
        <p:spPr>
          <a:xfrm flipH="1" rot="10800000">
            <a:off x="7881825" y="5469963"/>
            <a:ext cx="1057800" cy="3978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8"/>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GitHub Copilotの有効化</a:t>
            </a:r>
            <a:endParaRPr/>
          </a:p>
        </p:txBody>
      </p:sp>
      <p:sp>
        <p:nvSpPr>
          <p:cNvPr id="371" name="Google Shape;371;p38"/>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372" name="Google Shape;372;p38"/>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373" name="Google Shape;373;p38"/>
          <p:cNvSpPr txBox="1"/>
          <p:nvPr/>
        </p:nvSpPr>
        <p:spPr>
          <a:xfrm>
            <a:off x="364066" y="1293910"/>
            <a:ext cx="50070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a:solidFill>
                  <a:schemeClr val="dk1"/>
                </a:solidFill>
                <a:latin typeface="Meiryo"/>
                <a:ea typeface="Meiryo"/>
                <a:cs typeface="Meiryo"/>
                <a:sym typeface="Meiryo"/>
              </a:rPr>
              <a:t>以下の通り設定する。</a:t>
            </a:r>
            <a:endParaRPr b="0" i="0" sz="1400" u="none" cap="none" strike="noStrike">
              <a:solidFill>
                <a:schemeClr val="dk1"/>
              </a:solidFill>
              <a:latin typeface="Meiryo"/>
              <a:ea typeface="Meiryo"/>
              <a:cs typeface="Meiryo"/>
              <a:sym typeface="Meiryo"/>
            </a:endParaRPr>
          </a:p>
        </p:txBody>
      </p:sp>
      <p:pic>
        <p:nvPicPr>
          <p:cNvPr id="374" name="Google Shape;374;p38"/>
          <p:cNvPicPr preferRelativeResize="0"/>
          <p:nvPr/>
        </p:nvPicPr>
        <p:blipFill>
          <a:blip r:embed="rId3">
            <a:alphaModFix/>
          </a:blip>
          <a:stretch>
            <a:fillRect/>
          </a:stretch>
        </p:blipFill>
        <p:spPr>
          <a:xfrm>
            <a:off x="509450" y="1601700"/>
            <a:ext cx="7546374" cy="4923275"/>
          </a:xfrm>
          <a:prstGeom prst="rect">
            <a:avLst/>
          </a:prstGeom>
          <a:noFill/>
          <a:ln>
            <a:noFill/>
          </a:ln>
        </p:spPr>
      </p:pic>
      <p:sp>
        <p:nvSpPr>
          <p:cNvPr id="375" name="Google Shape;375;p38"/>
          <p:cNvSpPr/>
          <p:nvPr/>
        </p:nvSpPr>
        <p:spPr>
          <a:xfrm flipH="1" rot="10800000">
            <a:off x="6932200" y="2119925"/>
            <a:ext cx="1057800" cy="3978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
        <p:nvSpPr>
          <p:cNvPr id="376" name="Google Shape;376;p38"/>
          <p:cNvSpPr/>
          <p:nvPr/>
        </p:nvSpPr>
        <p:spPr>
          <a:xfrm flipH="1" rot="10800000">
            <a:off x="6932200" y="5601150"/>
            <a:ext cx="1057800" cy="3978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
        <p:nvSpPr>
          <p:cNvPr id="377" name="Google Shape;377;p38"/>
          <p:cNvSpPr/>
          <p:nvPr/>
        </p:nvSpPr>
        <p:spPr>
          <a:xfrm flipH="1" rot="10800000">
            <a:off x="712899" y="2914975"/>
            <a:ext cx="3186600" cy="348600"/>
          </a:xfrm>
          <a:prstGeom prst="rect">
            <a:avLst/>
          </a:prstGeom>
          <a:noFill/>
          <a:ln cap="flat" cmpd="sng" w="76200">
            <a:solidFill>
              <a:srgbClr val="FFFF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accent2"/>
              </a:solidFill>
              <a:latin typeface="Arial"/>
              <a:ea typeface="Arial"/>
              <a:cs typeface="Arial"/>
              <a:sym typeface="Arial"/>
            </a:endParaRPr>
          </a:p>
        </p:txBody>
      </p:sp>
      <p:sp>
        <p:nvSpPr>
          <p:cNvPr id="378" name="Google Shape;378;p38"/>
          <p:cNvSpPr txBox="1"/>
          <p:nvPr/>
        </p:nvSpPr>
        <p:spPr>
          <a:xfrm>
            <a:off x="8055824" y="2914975"/>
            <a:ext cx="3837600" cy="7389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a:solidFill>
                  <a:srgbClr val="FF0000"/>
                </a:solidFill>
                <a:latin typeface="Meiryo"/>
                <a:ea typeface="Meiryo"/>
                <a:cs typeface="Meiryo"/>
                <a:sym typeface="Meiryo"/>
              </a:rPr>
              <a:t>チェックを外します</a:t>
            </a:r>
            <a:br>
              <a:rPr lang="en-US">
                <a:solidFill>
                  <a:srgbClr val="FF0000"/>
                </a:solidFill>
                <a:latin typeface="Meiryo"/>
                <a:ea typeface="Meiryo"/>
                <a:cs typeface="Meiryo"/>
                <a:sym typeface="Meiryo"/>
              </a:rPr>
            </a:br>
            <a:r>
              <a:rPr lang="en-US">
                <a:solidFill>
                  <a:srgbClr val="FF0000"/>
                </a:solidFill>
                <a:latin typeface="Meiryo"/>
                <a:ea typeface="Meiryo"/>
                <a:cs typeface="Meiryo"/>
                <a:sym typeface="Meiryo"/>
              </a:rPr>
              <a:t>Githubにソースコードの提供をしないようにする</a:t>
            </a:r>
            <a:endParaRPr b="0" i="0" sz="1400" u="none" cap="none" strike="noStrike">
              <a:solidFill>
                <a:srgbClr val="FF0000"/>
              </a:solidFill>
              <a:latin typeface="Meiryo"/>
              <a:ea typeface="Meiryo"/>
              <a:cs typeface="Meiryo"/>
              <a:sym typeface="Meiry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39"/>
          <p:cNvSpPr txBox="1"/>
          <p:nvPr>
            <p:ph type="title"/>
          </p:nvPr>
        </p:nvSpPr>
        <p:spPr>
          <a:xfrm>
            <a:off x="797467" y="2869796"/>
            <a:ext cx="10962900" cy="1118400"/>
          </a:xfrm>
          <a:prstGeom prst="rect">
            <a:avLst/>
          </a:prstGeom>
        </p:spPr>
        <p:txBody>
          <a:bodyPr anchorCtr="0" anchor="ctr" bIns="121900" lIns="121900" spcFirstLastPara="1" rIns="121900" wrap="square" tIns="121900">
            <a:normAutofit fontScale="90000"/>
          </a:bodyPr>
          <a:lstStyle/>
          <a:p>
            <a:pPr indent="0" lvl="0" marL="0" rtl="0" algn="l">
              <a:spcBef>
                <a:spcPts val="0"/>
              </a:spcBef>
              <a:spcAft>
                <a:spcPts val="0"/>
              </a:spcAft>
              <a:buNone/>
            </a:pPr>
            <a:r>
              <a:rPr lang="en-US"/>
              <a:t>GitHub Organization</a:t>
            </a:r>
            <a:endParaRPr/>
          </a:p>
          <a:p>
            <a:pPr indent="0" lvl="0" marL="0" rtl="0" algn="l">
              <a:spcBef>
                <a:spcPts val="0"/>
              </a:spcBef>
              <a:spcAft>
                <a:spcPts val="0"/>
              </a:spcAft>
              <a:buNone/>
            </a:pPr>
            <a:r>
              <a:rPr lang="en-US"/>
              <a:t>メンバー追加申請</a:t>
            </a:r>
            <a:endParaRPr/>
          </a:p>
        </p:txBody>
      </p:sp>
      <p:sp>
        <p:nvSpPr>
          <p:cNvPr id="385" name="Google Shape;385;p39"/>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40"/>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GitHub </a:t>
            </a:r>
            <a:r>
              <a:rPr lang="en-US"/>
              <a:t>Organizationメンバー追加申請</a:t>
            </a:r>
            <a:endParaRPr/>
          </a:p>
        </p:txBody>
      </p:sp>
      <p:sp>
        <p:nvSpPr>
          <p:cNvPr id="392" name="Google Shape;392;p40"/>
          <p:cNvSpPr txBox="1"/>
          <p:nvPr>
            <p:ph idx="1" type="body"/>
          </p:nvPr>
        </p:nvSpPr>
        <p:spPr>
          <a:xfrm>
            <a:off x="415600" y="1639833"/>
            <a:ext cx="11360700" cy="4452000"/>
          </a:xfrm>
          <a:prstGeom prst="rect">
            <a:avLst/>
          </a:prstGeom>
        </p:spPr>
        <p:txBody>
          <a:bodyPr anchorCtr="0" anchor="t" bIns="121900" lIns="121900" spcFirstLastPara="1" rIns="121900" wrap="square" tIns="121900">
            <a:normAutofit/>
          </a:bodyPr>
          <a:lstStyle/>
          <a:p>
            <a:pPr indent="0" lvl="0" marL="0" rtl="0" algn="l">
              <a:lnSpc>
                <a:spcPct val="95000"/>
              </a:lnSpc>
              <a:spcBef>
                <a:spcPts val="0"/>
              </a:spcBef>
              <a:spcAft>
                <a:spcPts val="0"/>
              </a:spcAft>
              <a:buNone/>
            </a:pPr>
            <a:r>
              <a:rPr lang="en-US" sz="2000"/>
              <a:t>GitHubユーザー作成完了後、以下フォームからユーザーの追加申請をしてください。</a:t>
            </a:r>
            <a:endParaRPr sz="2000"/>
          </a:p>
          <a:p>
            <a:pPr indent="0" lvl="0" marL="0" rtl="0" algn="l">
              <a:lnSpc>
                <a:spcPct val="95000"/>
              </a:lnSpc>
              <a:spcBef>
                <a:spcPts val="1600"/>
              </a:spcBef>
              <a:spcAft>
                <a:spcPts val="0"/>
              </a:spcAft>
              <a:buNone/>
            </a:pPr>
            <a:r>
              <a:rPr lang="en-US" sz="2000" u="sng">
                <a:solidFill>
                  <a:schemeClr val="hlink"/>
                </a:solidFill>
                <a:hlinkClick r:id="rId3"/>
              </a:rPr>
              <a:t>GitHub Organizationユーザー追加申請</a:t>
            </a:r>
            <a:endParaRPr sz="2000"/>
          </a:p>
          <a:p>
            <a:pPr indent="0" lvl="0" marL="0" rtl="0" algn="l">
              <a:lnSpc>
                <a:spcPct val="95000"/>
              </a:lnSpc>
              <a:spcBef>
                <a:spcPts val="1600"/>
              </a:spcBef>
              <a:spcAft>
                <a:spcPts val="0"/>
              </a:spcAft>
              <a:buNone/>
            </a:pPr>
            <a:r>
              <a:rPr lang="en-US" sz="2000"/>
              <a:t>GitHub運営チーム側で対応を行います。</a:t>
            </a:r>
            <a:endParaRPr sz="2000"/>
          </a:p>
          <a:p>
            <a:pPr indent="0" lvl="0" marL="0" rtl="0" algn="l">
              <a:lnSpc>
                <a:spcPct val="95000"/>
              </a:lnSpc>
              <a:spcBef>
                <a:spcPts val="1600"/>
              </a:spcBef>
              <a:spcAft>
                <a:spcPts val="0"/>
              </a:spcAft>
              <a:buNone/>
            </a:pPr>
            <a:r>
              <a:t/>
            </a:r>
            <a:endParaRPr sz="2000"/>
          </a:p>
          <a:p>
            <a:pPr indent="0" lvl="0" marL="0" rtl="0" algn="l">
              <a:lnSpc>
                <a:spcPct val="95000"/>
              </a:lnSpc>
              <a:spcBef>
                <a:spcPts val="1600"/>
              </a:spcBef>
              <a:spcAft>
                <a:spcPts val="0"/>
              </a:spcAft>
              <a:buNone/>
            </a:pPr>
            <a:r>
              <a:rPr lang="en-US" sz="2000" u="sng">
                <a:solidFill>
                  <a:schemeClr val="hlink"/>
                </a:solidFill>
                <a:hlinkClick r:id="rId4"/>
              </a:rPr>
              <a:t>GitHubのユーザー一覧</a:t>
            </a:r>
            <a:r>
              <a:rPr lang="en-US" sz="2000"/>
              <a:t>（管理表）</a:t>
            </a:r>
            <a:endParaRPr sz="2000"/>
          </a:p>
          <a:p>
            <a:pPr indent="0" lvl="0" marL="0" rtl="0" algn="l">
              <a:lnSpc>
                <a:spcPct val="95000"/>
              </a:lnSpc>
              <a:spcBef>
                <a:spcPts val="1600"/>
              </a:spcBef>
              <a:spcAft>
                <a:spcPts val="1600"/>
              </a:spcAft>
              <a:buNone/>
            </a:pPr>
            <a:r>
              <a:t/>
            </a:r>
            <a:endParaRPr sz="2000"/>
          </a:p>
        </p:txBody>
      </p:sp>
      <p:sp>
        <p:nvSpPr>
          <p:cNvPr id="393" name="Google Shape;393;p40"/>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41"/>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GitHub Organization</a:t>
            </a:r>
            <a:r>
              <a:rPr lang="en-US"/>
              <a:t>招待メール受信後</a:t>
            </a:r>
            <a:endParaRPr/>
          </a:p>
        </p:txBody>
      </p:sp>
      <p:sp>
        <p:nvSpPr>
          <p:cNvPr id="400" name="Google Shape;400;p41"/>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401" name="Google Shape;401;p41"/>
          <p:cNvSpPr txBox="1"/>
          <p:nvPr/>
        </p:nvSpPr>
        <p:spPr>
          <a:xfrm>
            <a:off x="364065" y="1293910"/>
            <a:ext cx="54597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招待メールが届いたら「Join @組織名」をクリックする。</a:t>
            </a:r>
            <a:endParaRPr b="0" i="0" sz="1400" u="none" cap="none" strike="noStrike">
              <a:solidFill>
                <a:schemeClr val="dk1"/>
              </a:solidFill>
              <a:latin typeface="Meiryo"/>
              <a:ea typeface="Meiryo"/>
              <a:cs typeface="Meiryo"/>
              <a:sym typeface="Meiryo"/>
            </a:endParaRPr>
          </a:p>
        </p:txBody>
      </p:sp>
      <p:sp>
        <p:nvSpPr>
          <p:cNvPr id="402" name="Google Shape;402;p41"/>
          <p:cNvSpPr txBox="1"/>
          <p:nvPr/>
        </p:nvSpPr>
        <p:spPr>
          <a:xfrm>
            <a:off x="6095998" y="1293910"/>
            <a:ext cx="5459700" cy="5232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chemeClr val="dk1"/>
                </a:solidFill>
                <a:latin typeface="Meiryo"/>
                <a:ea typeface="Meiryo"/>
                <a:cs typeface="Meiryo"/>
                <a:sym typeface="Meiryo"/>
              </a:rPr>
              <a:t>Webブラウザが立ち上がるので「Join 組織名」をクリックする</a:t>
            </a:r>
            <a:endParaRPr b="0" i="0" sz="1400" u="none" cap="none" strike="noStrike">
              <a:solidFill>
                <a:schemeClr val="dk1"/>
              </a:solidFill>
              <a:latin typeface="Meiryo"/>
              <a:ea typeface="Meiryo"/>
              <a:cs typeface="Meiryo"/>
              <a:sym typeface="Meiryo"/>
            </a:endParaRPr>
          </a:p>
          <a:p>
            <a:pPr indent="0" lvl="0" marL="0" marR="0" rtl="0" algn="l">
              <a:lnSpc>
                <a:spcPct val="100000"/>
              </a:lnSpc>
              <a:spcBef>
                <a:spcPts val="0"/>
              </a:spcBef>
              <a:spcAft>
                <a:spcPts val="0"/>
              </a:spcAft>
              <a:buNone/>
            </a:pPr>
            <a:r>
              <a:rPr b="0" i="0" lang="en-US" sz="1400" u="none" cap="none" strike="noStrike">
                <a:solidFill>
                  <a:srgbClr val="FF0000"/>
                </a:solidFill>
                <a:latin typeface="Meiryo"/>
                <a:ea typeface="Meiryo"/>
                <a:cs typeface="Meiryo"/>
                <a:sym typeface="Meiryo"/>
              </a:rPr>
              <a:t>チェックボックスはONにしない</a:t>
            </a:r>
            <a:endParaRPr b="0" i="0" sz="1400" u="none" cap="none" strike="noStrike">
              <a:solidFill>
                <a:srgbClr val="FF0000"/>
              </a:solidFill>
              <a:latin typeface="Meiryo"/>
              <a:ea typeface="Meiryo"/>
              <a:cs typeface="Meiryo"/>
              <a:sym typeface="Meiryo"/>
            </a:endParaRPr>
          </a:p>
        </p:txBody>
      </p:sp>
      <p:pic>
        <p:nvPicPr>
          <p:cNvPr id="403" name="Google Shape;403;p41"/>
          <p:cNvPicPr preferRelativeResize="0"/>
          <p:nvPr/>
        </p:nvPicPr>
        <p:blipFill rotWithShape="1">
          <a:blip r:embed="rId3">
            <a:alphaModFix/>
          </a:blip>
          <a:srcRect b="0" l="0" r="0" t="0"/>
          <a:stretch/>
        </p:blipFill>
        <p:spPr>
          <a:xfrm>
            <a:off x="364066" y="2032574"/>
            <a:ext cx="5007121" cy="4157016"/>
          </a:xfrm>
          <a:prstGeom prst="rect">
            <a:avLst/>
          </a:prstGeom>
          <a:noFill/>
          <a:ln>
            <a:noFill/>
          </a:ln>
          <a:effectLst>
            <a:outerShdw blurRad="292100" rotWithShape="0" algn="tl" dir="2700000" dist="139700">
              <a:srgbClr val="333333">
                <a:alpha val="64709"/>
              </a:srgbClr>
            </a:outerShdw>
          </a:effectLst>
        </p:spPr>
      </p:pic>
      <p:pic>
        <p:nvPicPr>
          <p:cNvPr id="404" name="Google Shape;404;p41"/>
          <p:cNvPicPr preferRelativeResize="0"/>
          <p:nvPr/>
        </p:nvPicPr>
        <p:blipFill rotWithShape="1">
          <a:blip r:embed="rId4">
            <a:alphaModFix/>
          </a:blip>
          <a:srcRect b="0" l="0" r="0" t="0"/>
          <a:stretch/>
        </p:blipFill>
        <p:spPr>
          <a:xfrm>
            <a:off x="6096000" y="2032574"/>
            <a:ext cx="5611906" cy="3862163"/>
          </a:xfrm>
          <a:prstGeom prst="rect">
            <a:avLst/>
          </a:prstGeom>
          <a:noFill/>
          <a:ln>
            <a:noFill/>
          </a:ln>
          <a:effectLst>
            <a:outerShdw blurRad="292100" rotWithShape="0" algn="tl" dir="2700000" dist="139700">
              <a:srgbClr val="333333">
                <a:alpha val="64709"/>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42"/>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GitHub Organization招待メール受信後</a:t>
            </a:r>
            <a:endParaRPr/>
          </a:p>
        </p:txBody>
      </p:sp>
      <p:sp>
        <p:nvSpPr>
          <p:cNvPr id="411" name="Google Shape;411;p42"/>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412" name="Google Shape;412;p42"/>
          <p:cNvSpPr txBox="1"/>
          <p:nvPr/>
        </p:nvSpPr>
        <p:spPr>
          <a:xfrm>
            <a:off x="364065" y="1293910"/>
            <a:ext cx="5459700" cy="307800"/>
          </a:xfrm>
          <a:prstGeom prst="rect">
            <a:avLst/>
          </a:prstGeom>
          <a:solidFill>
            <a:schemeClr val="lt1"/>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a:solidFill>
                  <a:schemeClr val="dk1"/>
                </a:solidFill>
                <a:latin typeface="Meiryo"/>
                <a:ea typeface="Meiryo"/>
                <a:cs typeface="Meiryo"/>
                <a:sym typeface="Meiryo"/>
              </a:rPr>
              <a:t>組織への参加が完了致しました。</a:t>
            </a:r>
            <a:endParaRPr b="0" i="0" sz="1400" u="none" cap="none" strike="noStrike">
              <a:solidFill>
                <a:schemeClr val="dk1"/>
              </a:solidFill>
              <a:latin typeface="Meiryo"/>
              <a:ea typeface="Meiryo"/>
              <a:cs typeface="Meiryo"/>
              <a:sym typeface="Meiryo"/>
            </a:endParaRPr>
          </a:p>
        </p:txBody>
      </p:sp>
      <p:pic>
        <p:nvPicPr>
          <p:cNvPr id="413" name="Google Shape;413;p42"/>
          <p:cNvPicPr preferRelativeResize="0"/>
          <p:nvPr/>
        </p:nvPicPr>
        <p:blipFill>
          <a:blip r:embed="rId3">
            <a:alphaModFix/>
          </a:blip>
          <a:stretch>
            <a:fillRect/>
          </a:stretch>
        </p:blipFill>
        <p:spPr>
          <a:xfrm>
            <a:off x="415600" y="1805125"/>
            <a:ext cx="6161575" cy="40694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8" name="Shape 418"/>
        <p:cNvGrpSpPr/>
        <p:nvPr/>
      </p:nvGrpSpPr>
      <p:grpSpPr>
        <a:xfrm>
          <a:off x="0" y="0"/>
          <a:ext cx="0" cy="0"/>
          <a:chOff x="0" y="0"/>
          <a:chExt cx="0" cy="0"/>
        </a:xfrm>
      </p:grpSpPr>
      <p:sp>
        <p:nvSpPr>
          <p:cNvPr id="419" name="Google Shape;419;p43"/>
          <p:cNvSpPr txBox="1"/>
          <p:nvPr>
            <p:ph type="title"/>
          </p:nvPr>
        </p:nvSpPr>
        <p:spPr>
          <a:xfrm>
            <a:off x="797467" y="2869796"/>
            <a:ext cx="10962900" cy="1118400"/>
          </a:xfrm>
          <a:prstGeom prst="rect">
            <a:avLst/>
          </a:prstGeom>
        </p:spPr>
        <p:txBody>
          <a:bodyPr anchorCtr="0" anchor="ctr" bIns="121900" lIns="121900" spcFirstLastPara="1" rIns="121900" wrap="square" tIns="121900">
            <a:normAutofit/>
          </a:bodyPr>
          <a:lstStyle/>
          <a:p>
            <a:pPr indent="0" lvl="0" marL="0" rtl="0" algn="l">
              <a:spcBef>
                <a:spcPts val="0"/>
              </a:spcBef>
              <a:spcAft>
                <a:spcPts val="0"/>
              </a:spcAft>
              <a:buNone/>
            </a:pPr>
            <a:r>
              <a:rPr lang="en-US"/>
              <a:t>ナッツINで購入申請を作成</a:t>
            </a:r>
            <a:endParaRPr/>
          </a:p>
        </p:txBody>
      </p:sp>
      <p:sp>
        <p:nvSpPr>
          <p:cNvPr id="420" name="Google Shape;420;p43"/>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421" name="Google Shape;421;p43"/>
          <p:cNvSpPr/>
          <p:nvPr/>
        </p:nvSpPr>
        <p:spPr>
          <a:xfrm>
            <a:off x="119750" y="333225"/>
            <a:ext cx="11776200" cy="594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6" name="Shape 426"/>
        <p:cNvGrpSpPr/>
        <p:nvPr/>
      </p:nvGrpSpPr>
      <p:grpSpPr>
        <a:xfrm>
          <a:off x="0" y="0"/>
          <a:ext cx="0" cy="0"/>
          <a:chOff x="0" y="0"/>
          <a:chExt cx="0" cy="0"/>
        </a:xfrm>
      </p:grpSpPr>
      <p:sp>
        <p:nvSpPr>
          <p:cNvPr id="427" name="Google Shape;427;p44"/>
          <p:cNvSpPr txBox="1"/>
          <p:nvPr>
            <p:ph type="title"/>
          </p:nvPr>
        </p:nvSpPr>
        <p:spPr>
          <a:xfrm>
            <a:off x="415600" y="546667"/>
            <a:ext cx="11360700" cy="810300"/>
          </a:xfrm>
          <a:prstGeom prst="rect">
            <a:avLst/>
          </a:prstGeom>
        </p:spPr>
        <p:txBody>
          <a:bodyPr anchorCtr="0" anchor="t" bIns="121900" lIns="121900" spcFirstLastPara="1" rIns="121900" wrap="square" tIns="121900">
            <a:normAutofit fontScale="90000"/>
          </a:bodyPr>
          <a:lstStyle/>
          <a:p>
            <a:pPr indent="0" lvl="0" marL="0" rtl="0" algn="l">
              <a:spcBef>
                <a:spcPts val="0"/>
              </a:spcBef>
              <a:spcAft>
                <a:spcPts val="0"/>
              </a:spcAft>
              <a:buNone/>
            </a:pPr>
            <a:r>
              <a:rPr lang="en-US"/>
              <a:t>ナッツINで購入申請を作成</a:t>
            </a:r>
            <a:endParaRPr/>
          </a:p>
        </p:txBody>
      </p:sp>
      <p:sp>
        <p:nvSpPr>
          <p:cNvPr id="428" name="Google Shape;428;p44"/>
          <p:cNvSpPr txBox="1"/>
          <p:nvPr>
            <p:ph idx="12" type="sldNum"/>
          </p:nvPr>
        </p:nvSpPr>
        <p:spPr>
          <a:xfrm>
            <a:off x="11280575" y="6201587"/>
            <a:ext cx="731700" cy="524700"/>
          </a:xfrm>
          <a:prstGeom prst="rect">
            <a:avLst/>
          </a:prstGeom>
        </p:spPr>
        <p:txBody>
          <a:bodyPr anchorCtr="0" anchor="ctr" bIns="121900" lIns="121900" spcFirstLastPara="1" rIns="121900" wrap="square" tIns="121900">
            <a:normAutofit/>
          </a:bodyPr>
          <a:lstStyle/>
          <a:p>
            <a:pPr indent="0" lvl="0" marL="0" rtl="0" algn="r">
              <a:spcBef>
                <a:spcPts val="0"/>
              </a:spcBef>
              <a:spcAft>
                <a:spcPts val="0"/>
              </a:spcAft>
              <a:buNone/>
            </a:pPr>
            <a:fld id="{00000000-1234-1234-1234-123412341234}" type="slidenum">
              <a:rPr lang="en-US"/>
              <a:t>‹#›</a:t>
            </a:fld>
            <a:endParaRPr/>
          </a:p>
        </p:txBody>
      </p:sp>
      <p:sp>
        <p:nvSpPr>
          <p:cNvPr id="429" name="Google Shape;429;p44"/>
          <p:cNvSpPr txBox="1"/>
          <p:nvPr>
            <p:ph idx="4294967295" type="body"/>
          </p:nvPr>
        </p:nvSpPr>
        <p:spPr>
          <a:xfrm>
            <a:off x="6443200" y="1639967"/>
            <a:ext cx="5333100" cy="4452000"/>
          </a:xfrm>
          <a:prstGeom prst="rect">
            <a:avLst/>
          </a:prstGeom>
        </p:spPr>
        <p:txBody>
          <a:bodyPr anchorCtr="0" anchor="t" bIns="121900" lIns="121900" spcFirstLastPara="1" rIns="121900" wrap="square" tIns="121900">
            <a:normAutofit fontScale="77500" lnSpcReduction="20000"/>
          </a:bodyPr>
          <a:lstStyle/>
          <a:p>
            <a:pPr indent="0" lvl="0" marL="0" rtl="0" algn="l">
              <a:spcBef>
                <a:spcPts val="0"/>
              </a:spcBef>
              <a:spcAft>
                <a:spcPts val="0"/>
              </a:spcAft>
              <a:buNone/>
            </a:pPr>
            <a:r>
              <a:rPr lang="en-US"/>
              <a:t>&lt;&lt;&lt;&lt;</a:t>
            </a:r>
            <a:r>
              <a:rPr lang="en-US"/>
              <a:t>参考</a:t>
            </a:r>
            <a:r>
              <a:rPr lang="en-US"/>
              <a:t>申請番号：KOU2025-0012&gt;&gt;&gt;&gt;</a:t>
            </a:r>
            <a:endParaRPr/>
          </a:p>
          <a:p>
            <a:pPr indent="0" lvl="0" marL="0" rtl="0" algn="l">
              <a:spcBef>
                <a:spcPts val="1600"/>
              </a:spcBef>
              <a:spcAft>
                <a:spcPts val="0"/>
              </a:spcAft>
              <a:buNone/>
            </a:pPr>
            <a:r>
              <a:rPr lang="en-US"/>
              <a:t>購入申請書</a:t>
            </a:r>
            <a:endParaRPr/>
          </a:p>
          <a:p>
            <a:pPr indent="0" lvl="0" marL="0" rtl="0" algn="l">
              <a:spcBef>
                <a:spcPts val="1600"/>
              </a:spcBef>
              <a:spcAft>
                <a:spcPts val="0"/>
              </a:spcAft>
              <a:buNone/>
            </a:pPr>
            <a:r>
              <a:rPr lang="en-US"/>
              <a:t>件名：GitHub　Teamsライセンス月契約</a:t>
            </a:r>
            <a:endParaRPr/>
          </a:p>
          <a:p>
            <a:pPr indent="0" lvl="0" marL="0" rtl="0" algn="l">
              <a:spcBef>
                <a:spcPts val="1600"/>
              </a:spcBef>
              <a:spcAft>
                <a:spcPts val="0"/>
              </a:spcAft>
              <a:buNone/>
            </a:pPr>
            <a:r>
              <a:rPr lang="en-US"/>
              <a:t>※1　単価に関しては2025/2/3時点での$レートを元に以下式で計算しております</a:t>
            </a:r>
            <a:endParaRPr/>
          </a:p>
          <a:p>
            <a:pPr indent="0" lvl="0" marL="0" rtl="0" algn="l">
              <a:spcBef>
                <a:spcPts val="1600"/>
              </a:spcBef>
              <a:spcAft>
                <a:spcPts val="0"/>
              </a:spcAft>
              <a:buNone/>
            </a:pPr>
            <a:r>
              <a:rPr lang="en-US"/>
              <a:t>4($)×155(円/$)=620(円)</a:t>
            </a:r>
            <a:endParaRPr/>
          </a:p>
          <a:p>
            <a:pPr indent="0" lvl="0" marL="0" rtl="0" algn="l">
              <a:spcBef>
                <a:spcPts val="1600"/>
              </a:spcBef>
              <a:spcAft>
                <a:spcPts val="0"/>
              </a:spcAft>
              <a:buNone/>
            </a:pPr>
            <a:r>
              <a:rPr lang="en-US"/>
              <a:t>為替変動により、毎月請求額が変動いたします。</a:t>
            </a:r>
            <a:endParaRPr/>
          </a:p>
          <a:p>
            <a:pPr indent="0" lvl="0" marL="0" rtl="0" algn="l">
              <a:spcBef>
                <a:spcPts val="1600"/>
              </a:spcBef>
              <a:spcAft>
                <a:spcPts val="0"/>
              </a:spcAft>
              <a:buNone/>
            </a:pPr>
            <a:r>
              <a:t/>
            </a:r>
            <a:endParaRPr/>
          </a:p>
          <a:p>
            <a:pPr indent="0" lvl="0" marL="0" rtl="0" algn="l">
              <a:spcBef>
                <a:spcPts val="1600"/>
              </a:spcBef>
              <a:spcAft>
                <a:spcPts val="1600"/>
              </a:spcAft>
              <a:buNone/>
            </a:pPr>
            <a:r>
              <a:rPr lang="en-US"/>
              <a:t>※2　会社カードにて契約を行います。</a:t>
            </a:r>
            <a:endParaRPr/>
          </a:p>
        </p:txBody>
      </p:sp>
      <p:pic>
        <p:nvPicPr>
          <p:cNvPr id="430" name="Google Shape;430;p44"/>
          <p:cNvPicPr preferRelativeResize="0"/>
          <p:nvPr/>
        </p:nvPicPr>
        <p:blipFill>
          <a:blip r:embed="rId3">
            <a:alphaModFix/>
          </a:blip>
          <a:stretch>
            <a:fillRect/>
          </a:stretch>
        </p:blipFill>
        <p:spPr>
          <a:xfrm>
            <a:off x="415600" y="1639975"/>
            <a:ext cx="5953129" cy="4452000"/>
          </a:xfrm>
          <a:prstGeom prst="rect">
            <a:avLst/>
          </a:prstGeom>
          <a:noFill/>
          <a:ln>
            <a:noFill/>
          </a:ln>
        </p:spPr>
      </p:pic>
      <p:sp>
        <p:nvSpPr>
          <p:cNvPr id="431" name="Google Shape;431;p44"/>
          <p:cNvSpPr/>
          <p:nvPr/>
        </p:nvSpPr>
        <p:spPr>
          <a:xfrm>
            <a:off x="119750" y="333225"/>
            <a:ext cx="11776200" cy="5940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