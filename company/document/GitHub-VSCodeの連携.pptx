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7104050" cy="102346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7.xml"/><Relationship Id="rId22" Type="http://schemas.openxmlformats.org/officeDocument/2006/relationships/font" Target="fonts/Roboto-italic.fntdata"/><Relationship Id="rId10" Type="http://schemas.openxmlformats.org/officeDocument/2006/relationships/slide" Target="slides/slide6.xml"/><Relationship Id="rId21" Type="http://schemas.openxmlformats.org/officeDocument/2006/relationships/font" Target="fonts/Robot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38863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666418726_0_469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666418726_0_469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4666418726_0_469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79852c05f_0_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79852c05f_0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479852c05f_0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79954a075_0_143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79954a075_0_143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479954a075_0_143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79954a075_0_15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79954a075_0_15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479954a075_0_15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79954a075_0_178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79954a075_0_178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479954a075_0_178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79954a075_0_184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79954a075_0_184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479954a075_0_184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79954a075_0_19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79954a075_0_19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479954a075_0_19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79954a075_0_196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79954a075_0_196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479954a075_0_196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79954a075_0_228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79954a075_0_228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479954a075_0_228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79954a075_0_234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79954a075_0_234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479954a075_0_234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79954a075_0_248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79954a075_0_248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479954a075_0_248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79954a075_0_277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79954a075_0_277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479954a075_0_277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79954a075_0_254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79954a075_0_254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479954a075_0_254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79954a075_0_283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79954a075_0_283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479954a075_0_283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79954a075_0_310:notes"/>
          <p:cNvSpPr/>
          <p:nvPr>
            <p:ph idx="2" type="sldImg"/>
          </p:nvPr>
        </p:nvSpPr>
        <p:spPr>
          <a:xfrm>
            <a:off x="482600" y="1279525"/>
            <a:ext cx="61389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79954a075_0_31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479954a075_0_31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5" name="Google Shape;15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2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4" name="Google Shape;34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8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6" name="Google Shape;56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9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5" name="Google Shape;75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1_タイトル スライド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0" y="111971"/>
            <a:ext cx="11707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20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3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 1">
  <p:cSld name="TITLE_ONLY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653373" y="2208743"/>
            <a:ext cx="101670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10940239" y="117484"/>
            <a:ext cx="125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14"/>
          <p:cNvCxnSpPr/>
          <p:nvPr/>
        </p:nvCxnSpPr>
        <p:spPr>
          <a:xfrm>
            <a:off x="0" y="646424"/>
            <a:ext cx="12204000" cy="0"/>
          </a:xfrm>
          <a:prstGeom prst="straightConnector1">
            <a:avLst/>
          </a:prstGeom>
          <a:noFill/>
          <a:ln cap="flat" cmpd="sng" w="63500">
            <a:solidFill>
              <a:srgbClr val="C4E0B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ites.google.com/a/g.kewpie.co.jp/0148/19-visual-studio-co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GitHub-VSCodeの連携</a:t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戦略的テクニカルチーム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US" sz="1829"/>
              <a:t>レベル:2　開示範囲：GitHub利用者</a:t>
            </a:r>
            <a:endParaRPr sz="182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829"/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前提条件</a:t>
            </a:r>
            <a:endParaRPr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364080" y="1293900"/>
            <a:ext cx="7839000" cy="101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A3990"/>
                </a:solidFill>
                <a:latin typeface="Meiryo"/>
                <a:ea typeface="Meiryo"/>
                <a:cs typeface="Meiryo"/>
                <a:sym typeface="Meiryo"/>
              </a:rPr>
              <a:t>・</a:t>
            </a:r>
            <a:r>
              <a:rPr b="0" i="0" lang="en-US" sz="2000" u="none" cap="none" strike="noStrike">
                <a:solidFill>
                  <a:srgbClr val="2A3990"/>
                </a:solidFill>
                <a:latin typeface="Meiryo"/>
                <a:ea typeface="Meiryo"/>
                <a:cs typeface="Meiryo"/>
                <a:sym typeface="Meiryo"/>
              </a:rPr>
              <a:t>VS Codeをインストール</a:t>
            </a:r>
            <a:r>
              <a:rPr lang="en-US" sz="2000">
                <a:solidFill>
                  <a:srgbClr val="2A3990"/>
                </a:solidFill>
                <a:latin typeface="Meiryo"/>
                <a:ea typeface="Meiryo"/>
                <a:cs typeface="Meiryo"/>
                <a:sym typeface="Meiryo"/>
              </a:rPr>
              <a:t>していること</a:t>
            </a:r>
            <a:r>
              <a:rPr b="0" i="0" lang="en-US" sz="2000" u="none" cap="none" strike="noStrike">
                <a:solidFill>
                  <a:srgbClr val="2A3990"/>
                </a:solidFill>
                <a:latin typeface="Meiryo"/>
                <a:ea typeface="Meiryo"/>
                <a:cs typeface="Meiryo"/>
                <a:sym typeface="Meiryo"/>
              </a:rPr>
              <a:t>　</a:t>
            </a:r>
            <a:endParaRPr b="0" i="0" sz="2000" u="none" cap="none" strike="noStrike">
              <a:solidFill>
                <a:srgbClr val="2A399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A3990"/>
                </a:solidFill>
              </a:rPr>
              <a:t>詳細は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19. Visual Studio Code</a:t>
            </a:r>
            <a:r>
              <a:rPr lang="en-US" sz="2000">
                <a:solidFill>
                  <a:srgbClr val="2A3990"/>
                </a:solidFill>
              </a:rPr>
              <a:t>をご確認ください</a:t>
            </a:r>
            <a:endParaRPr sz="2000">
              <a:solidFill>
                <a:srgbClr val="2A399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A3990"/>
                </a:solidFill>
              </a:rPr>
              <a:t>・Git CLIをインストールしていること</a:t>
            </a:r>
            <a:endParaRPr sz="2000">
              <a:solidFill>
                <a:srgbClr val="2A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</a:t>
            </a:r>
            <a:r>
              <a:rPr lang="en-US"/>
              <a:t>ログイン</a:t>
            </a:r>
            <a:endParaRPr/>
          </a:p>
        </p:txBody>
      </p:sp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364076" y="1293900"/>
            <a:ext cx="54135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「reload」をクリックしてください。（</a:t>
            </a:r>
            <a:r>
              <a:rPr lang="en-US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表示されない事もある</a:t>
            </a: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）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「Clone Repository」をクリックしてください。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087" y="1796540"/>
            <a:ext cx="5413497" cy="424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796552"/>
            <a:ext cx="5339867" cy="39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3136423" y="3929189"/>
            <a:ext cx="1191600" cy="27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831113" y="4064339"/>
            <a:ext cx="2485500" cy="27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「Clone from GitHub」をクリックしてください。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「Allow」をクリックしてください。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「Continue」をクリックしてください。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7" y="1916647"/>
            <a:ext cx="5007123" cy="900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555" y="3253429"/>
            <a:ext cx="3591426" cy="1419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3995" y="1742137"/>
            <a:ext cx="5096587" cy="474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474155" y="2231978"/>
            <a:ext cx="1191600" cy="27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678158" y="4236495"/>
            <a:ext cx="918600" cy="270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9192400" y="4154173"/>
            <a:ext cx="1191600" cy="479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「Authorise Visual Studio Code」をクリックしてください。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MFA認証を行ってください。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60" y="2019310"/>
            <a:ext cx="5519202" cy="343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7" y="1904998"/>
            <a:ext cx="4413025" cy="4463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3017961" y="4846392"/>
            <a:ext cx="1086600" cy="3378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869621" y="3318359"/>
            <a:ext cx="1330500" cy="7659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「Visual Studio Codeを開く」をクリックしてください。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6096000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リポジトリが選択できるようになりました。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任意のリポジトリをクリックしてください。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377" y="2280731"/>
            <a:ext cx="5462964" cy="3016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7979" y="2295096"/>
            <a:ext cx="5589927" cy="298757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/>
          <p:nvPr/>
        </p:nvSpPr>
        <p:spPr>
          <a:xfrm>
            <a:off x="2416599" y="4039719"/>
            <a:ext cx="1749000" cy="5931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358679" y="2637639"/>
            <a:ext cx="5071200" cy="1995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リポジトリをクローンするフォルダを選択して下さい。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1830537"/>
            <a:ext cx="5376086" cy="333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185" name="Google Shape;185;p2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Gitが開かれるので「Sigin in with your browser」をクリックしてください。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「Authorize git-ecosystem」をクリックしてください。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635" y="2259478"/>
            <a:ext cx="828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5052" y="2067927"/>
            <a:ext cx="4058216" cy="349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3637" y="1741879"/>
            <a:ext cx="4914976" cy="475487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2599659" y="3816009"/>
            <a:ext cx="1749000" cy="461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「Open」をクリックしてください。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リポジトリが開かれました。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666" y="2044098"/>
            <a:ext cx="334327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4320" y="2044098"/>
            <a:ext cx="4124960" cy="410111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/>
          <p:nvPr/>
        </p:nvSpPr>
        <p:spPr>
          <a:xfrm>
            <a:off x="750539" y="2859096"/>
            <a:ext cx="804000" cy="341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6624321" y="2433146"/>
            <a:ext cx="680700" cy="5436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GitHubログイン</a:t>
            </a:r>
            <a:endParaRPr/>
          </a:p>
        </p:txBody>
      </p:sp>
      <p:sp>
        <p:nvSpPr>
          <p:cNvPr id="211" name="Google Shape;211;p2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364066" y="1293910"/>
            <a:ext cx="5007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ブランチの切り替えを行う場合は、画面下部のブランチ名をクリックして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切り替えたいブランチを選択してください。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549" y="1896279"/>
            <a:ext cx="5164171" cy="287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35959" t="0"/>
          <a:stretch/>
        </p:blipFill>
        <p:spPr>
          <a:xfrm>
            <a:off x="6187439" y="1896279"/>
            <a:ext cx="5325417" cy="266426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/>
          <p:nvPr/>
        </p:nvSpPr>
        <p:spPr>
          <a:xfrm>
            <a:off x="1136619" y="4432601"/>
            <a:ext cx="804000" cy="3414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</a:t>
            </a:r>
            <a:r>
              <a:rPr lang="en-US"/>
              <a:t>Copilot連携</a:t>
            </a:r>
            <a:endParaRPr/>
          </a:p>
        </p:txBody>
      </p:sp>
      <p:sp>
        <p:nvSpPr>
          <p:cNvPr id="223" name="Google Shape;223;p2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Copilot</a:t>
            </a:r>
            <a:r>
              <a:rPr lang="en-US"/>
              <a:t>連携</a:t>
            </a:r>
            <a:endParaRPr/>
          </a:p>
        </p:txBody>
      </p:sp>
      <p:sp>
        <p:nvSpPr>
          <p:cNvPr id="230" name="Google Shape;230;p2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27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GitHubのキャラ「モナリサ」のアイコンをクリックする。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6096000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「Use Copilot for Free」をクリックして下さい。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66" y="2016210"/>
            <a:ext cx="5413497" cy="323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 rotWithShape="1">
          <a:blip r:embed="rId4">
            <a:alphaModFix/>
          </a:blip>
          <a:srcRect b="51519" l="23502" r="34723" t="6389"/>
          <a:stretch/>
        </p:blipFill>
        <p:spPr>
          <a:xfrm>
            <a:off x="2935322" y="2292768"/>
            <a:ext cx="1621785" cy="158377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235" name="Google Shape;235;p27"/>
          <p:cNvSpPr/>
          <p:nvPr/>
        </p:nvSpPr>
        <p:spPr>
          <a:xfrm>
            <a:off x="3997143" y="1941993"/>
            <a:ext cx="377100" cy="3447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5">
            <a:alphaModFix/>
          </a:blip>
          <a:srcRect b="24266" l="5168" r="0" t="4488"/>
          <a:stretch/>
        </p:blipFill>
        <p:spPr>
          <a:xfrm>
            <a:off x="6527910" y="1948114"/>
            <a:ext cx="4751749" cy="419659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/>
          <p:nvPr/>
        </p:nvSpPr>
        <p:spPr>
          <a:xfrm>
            <a:off x="6756819" y="5695074"/>
            <a:ext cx="4346400" cy="3447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Copilot連携</a:t>
            </a:r>
            <a:endParaRPr/>
          </a:p>
        </p:txBody>
      </p:sp>
      <p:sp>
        <p:nvSpPr>
          <p:cNvPr id="244" name="Google Shape;244;p2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364066" y="1293910"/>
            <a:ext cx="50070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連携が完了いたしました。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168" y="1995102"/>
            <a:ext cx="5544784" cy="436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Copilot連携</a:t>
            </a:r>
            <a:endParaRPr/>
          </a:p>
        </p:txBody>
      </p:sp>
      <p:sp>
        <p:nvSpPr>
          <p:cNvPr id="253" name="Google Shape;253;p29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/>
              <a:t>GitHubCopilotで利用できるモデルはGitHubWEBコンソール上の個人設定で変更してください。</a:t>
            </a:r>
            <a:endParaRPr/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