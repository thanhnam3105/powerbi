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7104050" cy="102346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" Target="slides/slide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2.xml"/><Relationship Id="rId18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38863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666418726_0_469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666418726_0_469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4666418726_0_469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79a342a59_0_5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79a342a59_0_5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479a342a59_0_5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00c41985e_0_1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00c41985e_0_1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400c41985e_0_1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00c41985e_0_8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00c41985e_0_8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400c41985e_0_8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00c41985e_0_14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00c41985e_0_14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400c41985e_0_14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00c41985e_0_51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00c41985e_0_51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400c41985e_0_51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00c41985e_0_2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00c41985e_0_2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400c41985e_0_2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00c41985e_0_57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00c41985e_0_57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400c41985e_0_57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00c41985e_0_112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00c41985e_0_112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400c41985e_0_112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00c41985e_0_106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00c41985e_0_106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400c41985e_0_106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00c41985e_0_63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400c41985e_0_63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400c41985e_0_63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2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5" name="Google Shape;15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" name="Google Shape;20;p2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5" name="Google Shape;25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4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4" name="Google Shape;34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8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6" name="Google Shape;56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8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9"/>
          <p:cNvSpPr txBox="1"/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5" name="Google Shape;75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1_タイトル スライド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0" y="111971"/>
            <a:ext cx="11707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20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10940239" y="117484"/>
            <a:ext cx="125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13"/>
          <p:cNvCxnSpPr/>
          <p:nvPr/>
        </p:nvCxnSpPr>
        <p:spPr>
          <a:xfrm>
            <a:off x="0" y="646424"/>
            <a:ext cx="12204000" cy="0"/>
          </a:xfrm>
          <a:prstGeom prst="straightConnector1">
            <a:avLst/>
          </a:prstGeom>
          <a:noFill/>
          <a:ln cap="flat" cmpd="sng" w="63500">
            <a:solidFill>
              <a:srgbClr val="C4E0B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 1">
  <p:cSld name="TITLE_ONLY 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653373" y="2208743"/>
            <a:ext cx="101670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3299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10940239" y="117484"/>
            <a:ext cx="125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14"/>
          <p:cNvCxnSpPr/>
          <p:nvPr/>
        </p:nvCxnSpPr>
        <p:spPr>
          <a:xfrm>
            <a:off x="0" y="646424"/>
            <a:ext cx="12204000" cy="0"/>
          </a:xfrm>
          <a:prstGeom prst="straightConnector1">
            <a:avLst/>
          </a:prstGeom>
          <a:noFill/>
          <a:ln cap="flat" cmpd="sng" w="63500">
            <a:solidFill>
              <a:srgbClr val="C4E0B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GitHub-Fabricの連携</a:t>
            </a:r>
            <a:endParaRPr/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US" sz="1829"/>
              <a:t>戦略的テクニカルチーム</a:t>
            </a:r>
            <a:endParaRPr sz="18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US" sz="1829"/>
              <a:t>レベル:3　開示範囲：GitHub利用者（外部ベンダー公開可）</a:t>
            </a:r>
            <a:endParaRPr sz="18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829"/>
          </a:p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GitHub個人用アクセストークン取得</a:t>
            </a:r>
            <a:endParaRPr/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GitHub個人用アクセストークンの取得</a:t>
            </a:r>
            <a:endParaRPr/>
          </a:p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364066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右上のユーザーアイコンをクリックし、「setting」をクリックしてください。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66" y="1966696"/>
            <a:ext cx="5413498" cy="403258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8914" y="1966696"/>
            <a:ext cx="5709019" cy="353728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sp>
        <p:nvSpPr>
          <p:cNvPr id="118" name="Google Shape;118;p17"/>
          <p:cNvSpPr/>
          <p:nvPr/>
        </p:nvSpPr>
        <p:spPr>
          <a:xfrm>
            <a:off x="3333296" y="5564090"/>
            <a:ext cx="940800" cy="336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180559" y="4740445"/>
            <a:ext cx="1658700" cy="336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096000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「Developer settings」をクリックしてください。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GitHub個人用アクセストークンの取得</a:t>
            </a:r>
            <a:endParaRPr/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758" y="1863661"/>
            <a:ext cx="5152814" cy="370042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2144138"/>
            <a:ext cx="5382376" cy="341995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sp>
        <p:nvSpPr>
          <p:cNvPr id="130" name="Google Shape;130;p18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「Tokens(classic)」をクリックしてください。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6096000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「Generate new token(classic)」をクリックしてください。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1138736" y="4365210"/>
            <a:ext cx="1177800" cy="336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7011216" y="4382900"/>
            <a:ext cx="2630700" cy="5040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GitHub個人用アクセストークンの取得</a:t>
            </a:r>
            <a:endParaRPr/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66" y="1981074"/>
            <a:ext cx="5711560" cy="4164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3330" y="5581451"/>
            <a:ext cx="2257740" cy="704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5256" y="2008714"/>
            <a:ext cx="5026080" cy="1266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8910" y="3905831"/>
            <a:ext cx="4721429" cy="660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0607" y="3275383"/>
            <a:ext cx="2600688" cy="704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75256" y="3256055"/>
            <a:ext cx="285790" cy="61921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364066" y="1293910"/>
            <a:ext cx="54135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「Note」を入力、有効期限を入力、「repo」にチェック、「Generate token」をクリックしてください。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無期限のトークン発行は禁止！！</a:t>
            </a:r>
            <a:endParaRPr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6095999" y="1293910"/>
            <a:ext cx="54135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個人用アクセストークンが発行されました。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1029075" y="3073366"/>
            <a:ext cx="931800" cy="336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1029075" y="5395970"/>
            <a:ext cx="1145100" cy="336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247022" y="5781771"/>
            <a:ext cx="1275600" cy="4806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521078" y="3328602"/>
            <a:ext cx="2172600" cy="598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54974" y="3875274"/>
            <a:ext cx="1004500" cy="191975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GitHub-Fabricの連携作成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GitHub-Fabricの連携作成</a:t>
            </a:r>
            <a:endParaRPr/>
          </a:p>
        </p:txBody>
      </p:sp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1904998"/>
            <a:ext cx="5611906" cy="447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066" y="2169645"/>
            <a:ext cx="4296375" cy="21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364066" y="1293910"/>
            <a:ext cx="54135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（初めて設定する場合のみ！）Fabricのワークスペース選択欄から「ワークスペースの設定」をクリックします。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6095999" y="1293910"/>
            <a:ext cx="54135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Git統合欄から「GitHub」を選択し、「アカウントの追加」をクリックします。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2776594" y="2996720"/>
            <a:ext cx="1622700" cy="336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6095999" y="3246120"/>
            <a:ext cx="1290300" cy="336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8392159" y="3598560"/>
            <a:ext cx="1056600" cy="8922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8802747" y="5407266"/>
            <a:ext cx="1056600" cy="3636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GitHub-Fabricの連携作成</a:t>
            </a:r>
            <a:endParaRPr/>
          </a:p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3" name="Google Shape;1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581" y="1960880"/>
            <a:ext cx="5301859" cy="463765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2"/>
          <p:cNvSpPr txBox="1"/>
          <p:nvPr/>
        </p:nvSpPr>
        <p:spPr>
          <a:xfrm>
            <a:off x="364066" y="1293910"/>
            <a:ext cx="54135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各項目に情報を入力して、接続を確立します。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6095999" y="1293910"/>
            <a:ext cx="54135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ワークスペースを開くと右上に「ソース管理」が追加できました。」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730114" y="4693440"/>
            <a:ext cx="2171400" cy="13410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1730114" y="6034560"/>
            <a:ext cx="769200" cy="4272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8194" y="1991359"/>
            <a:ext cx="5378488" cy="371856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/>
          <p:nvPr/>
        </p:nvSpPr>
        <p:spPr>
          <a:xfrm>
            <a:off x="6810114" y="2509519"/>
            <a:ext cx="1145100" cy="2931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GitHub-Fabricの連携作成</a:t>
            </a:r>
            <a:endParaRPr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US"/>
              <a:t>登録が完了したら、自動的にGitHubに同期が行われます。</a:t>
            </a:r>
            <a:endParaRPr/>
          </a:p>
        </p:txBody>
      </p:sp>
      <p:sp>
        <p:nvSpPr>
          <p:cNvPr id="197" name="Google Shape;197;p2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204" name="Google Shape;204;p2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GitHub-Fabricの連携作成</a:t>
            </a:r>
            <a:endParaRPr/>
          </a:p>
        </p:txBody>
      </p:sp>
      <p:sp>
        <p:nvSpPr>
          <p:cNvPr id="211" name="Google Shape;211;p2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9807" y="2460806"/>
            <a:ext cx="6409690" cy="3484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364066" y="1293910"/>
            <a:ext cx="107835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自分以外のユーザーには、以下の様に表示されます。「Add account」をクリックして、各項目に入力してください。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14" name="Google Shape;21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77" y="2038041"/>
            <a:ext cx="3745597" cy="4330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